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6" r:id="rId4"/>
  </p:sldMasterIdLst>
  <p:notesMasterIdLst>
    <p:notesMasterId r:id="rId30"/>
  </p:notesMasterIdLst>
  <p:sldIdLst>
    <p:sldId id="2561" r:id="rId5"/>
    <p:sldId id="2585" r:id="rId6"/>
    <p:sldId id="2586" r:id="rId7"/>
    <p:sldId id="2563" r:id="rId8"/>
    <p:sldId id="2564" r:id="rId9"/>
    <p:sldId id="2589" r:id="rId10"/>
    <p:sldId id="2590" r:id="rId11"/>
    <p:sldId id="2592" r:id="rId12"/>
    <p:sldId id="2594" r:id="rId13"/>
    <p:sldId id="2595" r:id="rId14"/>
    <p:sldId id="2596" r:id="rId15"/>
    <p:sldId id="2597" r:id="rId16"/>
    <p:sldId id="2598" r:id="rId17"/>
    <p:sldId id="2618" r:id="rId18"/>
    <p:sldId id="2619" r:id="rId19"/>
    <p:sldId id="2620" r:id="rId20"/>
    <p:sldId id="2621" r:id="rId21"/>
    <p:sldId id="2622" r:id="rId22"/>
    <p:sldId id="2602" r:id="rId23"/>
    <p:sldId id="2604" r:id="rId24"/>
    <p:sldId id="2623" r:id="rId25"/>
    <p:sldId id="2606" r:id="rId26"/>
    <p:sldId id="2624" r:id="rId27"/>
    <p:sldId id="2608" r:id="rId28"/>
    <p:sldId id="2566"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K Rail Analytics Project" id="{B1727751-5599-47C5-B8E9-E179E8E243DF}">
          <p14:sldIdLst>
            <p14:sldId id="2561"/>
            <p14:sldId id="2585"/>
            <p14:sldId id="2586"/>
          </p14:sldIdLst>
        </p14:section>
        <p14:section name="Project Overview" id="{5C18E96A-B958-4406-AF8C-C943455F7A2B}">
          <p14:sldIdLst>
            <p14:sldId id="2563"/>
          </p14:sldIdLst>
        </p14:section>
        <p14:section name="Dataset Description" id="{255B0307-8B07-45D1-BC75-2D7BC3A9BB99}">
          <p14:sldIdLst>
            <p14:sldId id="2564"/>
            <p14:sldId id="2589"/>
            <p14:sldId id="2590"/>
          </p14:sldIdLst>
        </p14:section>
        <p14:section name="Key Diagnostic Questions" id="{A59D6171-4FA3-4A30-AFA5-78AB0B71DD34}">
          <p14:sldIdLst>
            <p14:sldId id="2592"/>
          </p14:sldIdLst>
        </p14:section>
        <p14:section name="Technical Deep Dive" id="{6EA27438-BF19-47DA-96E5-50E28FED91C2}">
          <p14:sldIdLst>
            <p14:sldId id="2594"/>
            <p14:sldId id="2595"/>
            <p14:sldId id="2596"/>
            <p14:sldId id="2597"/>
            <p14:sldId id="2598"/>
          </p14:sldIdLst>
        </p14:section>
        <p14:section name="Analytical Review" id="{ACCC9C0B-596D-4E05-A5B2-B6B8C766529C}">
          <p14:sldIdLst>
            <p14:sldId id="2618"/>
            <p14:sldId id="2619"/>
            <p14:sldId id="2620"/>
            <p14:sldId id="2621"/>
            <p14:sldId id="2622"/>
          </p14:sldIdLst>
        </p14:section>
        <p14:section name="Key Insights &amp; Findings" id="{8A521CA8-0E52-489C-BC73-52AA8468B5E5}">
          <p14:sldIdLst>
            <p14:sldId id="2602"/>
          </p14:sldIdLst>
        </p14:section>
        <p14:section name="Conclusions" id="{6C5564E8-6C2E-42A6-B5E1-167D12FC4D5E}">
          <p14:sldIdLst>
            <p14:sldId id="2604"/>
          </p14:sldIdLst>
        </p14:section>
        <p14:section name="Recommendations / Actions" id="{D19A6E27-C048-48AC-88BA-BE3F98A30923}">
          <p14:sldIdLst>
            <p14:sldId id="2623"/>
            <p14:sldId id="2606"/>
            <p14:sldId id="2624"/>
          </p14:sldIdLst>
        </p14:section>
        <p14:section name="Forecasts" id="{6E15B5BD-6C90-4E59-94D9-6290ADC41AF6}">
          <p14:sldIdLst>
            <p14:sldId id="2608"/>
            <p14:sldId id="256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3A62"/>
    <a:srgbClr val="E9AC21"/>
    <a:srgbClr val="D018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F06354-9FB4-B586-88F3-E0FB40EB7750}" v="16" dt="2025-10-31T21:35:30.329"/>
    <p1510:client id="{D359DF0E-8A85-4DCD-8F81-716DB11B2CB1}" v="23" dt="2025-10-31T21:30:59.7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512" autoAdjust="0"/>
    <p:restoredTop sz="92265" autoAdjust="0"/>
  </p:normalViewPr>
  <p:slideViewPr>
    <p:cSldViewPr snapToGrid="0">
      <p:cViewPr varScale="1">
        <p:scale>
          <a:sx n="64" d="100"/>
          <a:sy n="64" d="100"/>
        </p:scale>
        <p:origin x="1002" y="7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D359DF0E-8A85-4DCD-8F81-716DB11B2CB1}"/>
    <pc:docChg chg="addSld delSld modSld addSection">
      <pc:chgData name="" userId="" providerId="" clId="Web-{D359DF0E-8A85-4DCD-8F81-716DB11B2CB1}" dt="2025-10-31T21:30:59.770" v="23" actId="34807"/>
      <pc:docMkLst>
        <pc:docMk/>
      </pc:docMkLst>
      <pc:sldChg chg="del">
        <pc:chgData name="" userId="" providerId="" clId="Web-{D359DF0E-8A85-4DCD-8F81-716DB11B2CB1}" dt="2025-10-31T21:30:59.661" v="0" actId="34807"/>
        <pc:sldMkLst>
          <pc:docMk/>
          <pc:sldMk cId="2115915397" sldId="256"/>
        </pc:sldMkLst>
      </pc:sldChg>
      <pc:sldChg chg="modSp add mod addAnim chgLayout">
        <pc:chgData name="" userId="" providerId="" clId="Web-{D359DF0E-8A85-4DCD-8F81-716DB11B2CB1}" dt="2025-10-31T21:30:59.754" v="4" actId="34807"/>
        <pc:sldMkLst>
          <pc:docMk/>
          <pc:sldMk cId="2823791538" sldId="2561"/>
        </pc:sldMkLst>
        <pc:spChg chg="mod">
          <ac:chgData name="" userId="" providerId="" clId="Web-{D359DF0E-8A85-4DCD-8F81-716DB11B2CB1}" dt="2025-10-31T21:30:59.754" v="1" actId="34807"/>
          <ac:spMkLst>
            <pc:docMk/>
            <pc:sldMk cId="2823791538" sldId="2561"/>
            <ac:spMk id="2" creationId="{DAA09014-145D-F2AB-6C43-134F911F3681}"/>
          </ac:spMkLst>
        </pc:spChg>
        <pc:spChg chg="mod">
          <ac:chgData name="" userId="" providerId="" clId="Web-{D359DF0E-8A85-4DCD-8F81-716DB11B2CB1}" dt="2025-10-31T21:30:59.754" v="1" actId="34807"/>
          <ac:spMkLst>
            <pc:docMk/>
            <pc:sldMk cId="2823791538" sldId="2561"/>
            <ac:spMk id="3" creationId="{60EC0F22-3D64-05BC-76E6-A41B8282B818}"/>
          </ac:spMkLst>
        </pc:spChg>
      </pc:sldChg>
      <pc:sldChg chg="modSp add mod modTransition addAnim chgLayout">
        <pc:chgData name="" userId="" providerId="" clId="Web-{D359DF0E-8A85-4DCD-8F81-716DB11B2CB1}" dt="2025-10-31T21:30:59.770" v="5" actId="34807"/>
        <pc:sldMkLst>
          <pc:docMk/>
          <pc:sldMk cId="275050349" sldId="2562"/>
        </pc:sldMkLst>
        <pc:spChg chg="mod">
          <ac:chgData name="" userId="" providerId="" clId="Web-{D359DF0E-8A85-4DCD-8F81-716DB11B2CB1}" dt="2025-10-31T21:30:59.754" v="1" actId="34807"/>
          <ac:spMkLst>
            <pc:docMk/>
            <pc:sldMk cId="275050349" sldId="2562"/>
            <ac:spMk id="2" creationId="{93CA65AD-A545-F3B1-8E9E-70DA7764083B}"/>
          </ac:spMkLst>
        </pc:spChg>
      </pc:sldChg>
      <pc:sldChg chg="modSp add mod modTransition modClrScheme addAnim chgLayout">
        <pc:chgData name="" userId="" providerId="" clId="Web-{D359DF0E-8A85-4DCD-8F81-716DB11B2CB1}" dt="2025-10-31T21:30:59.770" v="6" actId="34807"/>
        <pc:sldMkLst>
          <pc:docMk/>
          <pc:sldMk cId="3827020471" sldId="2563"/>
        </pc:sldMkLst>
        <pc:spChg chg="mod">
          <ac:chgData name="" userId="" providerId="" clId="Web-{D359DF0E-8A85-4DCD-8F81-716DB11B2CB1}" dt="2025-10-31T21:30:59.754" v="1" actId="34807"/>
          <ac:spMkLst>
            <pc:docMk/>
            <pc:sldMk cId="3827020471" sldId="2563"/>
            <ac:spMk id="2" creationId="{ABE66E6A-31AA-1001-3BB7-E773F89AE8FD}"/>
          </ac:spMkLst>
        </pc:spChg>
        <pc:spChg chg="mod">
          <ac:chgData name="" userId="" providerId="" clId="Web-{D359DF0E-8A85-4DCD-8F81-716DB11B2CB1}" dt="2025-10-31T21:30:59.754" v="1" actId="34807"/>
          <ac:spMkLst>
            <pc:docMk/>
            <pc:sldMk cId="3827020471" sldId="2563"/>
            <ac:spMk id="4" creationId="{D3BC6C53-0564-5FAC-798F-30B8465C26EF}"/>
          </ac:spMkLst>
        </pc:spChg>
        <pc:picChg chg="mod">
          <ac:chgData name="" userId="" providerId="" clId="Web-{D359DF0E-8A85-4DCD-8F81-716DB11B2CB1}" dt="2025-10-31T21:30:59.754" v="1" actId="34807"/>
          <ac:picMkLst>
            <pc:docMk/>
            <pc:sldMk cId="3827020471" sldId="2563"/>
            <ac:picMk id="5" creationId="{9F8E6F9B-7674-4130-B218-2C16041B686D}"/>
          </ac:picMkLst>
        </pc:picChg>
      </pc:sldChg>
      <pc:sldChg chg="modSp add mod modTransition addAnim">
        <pc:chgData name="" userId="" providerId="" clId="Web-{D359DF0E-8A85-4DCD-8F81-716DB11B2CB1}" dt="2025-10-31T21:30:59.770" v="7" actId="34807"/>
        <pc:sldMkLst>
          <pc:docMk/>
          <pc:sldMk cId="881983361" sldId="2564"/>
        </pc:sldMkLst>
        <pc:spChg chg="mod">
          <ac:chgData name="" userId="" providerId="" clId="Web-{D359DF0E-8A85-4DCD-8F81-716DB11B2CB1}" dt="2025-10-31T21:30:59.754" v="1" actId="34807"/>
          <ac:spMkLst>
            <pc:docMk/>
            <pc:sldMk cId="881983361" sldId="2564"/>
            <ac:spMk id="2" creationId="{8DDA8541-DF79-F26C-94E8-D60854595F64}"/>
          </ac:spMkLst>
        </pc:spChg>
        <pc:spChg chg="mod">
          <ac:chgData name="" userId="" providerId="" clId="Web-{D359DF0E-8A85-4DCD-8F81-716DB11B2CB1}" dt="2025-10-31T21:30:59.754" v="1" actId="34807"/>
          <ac:spMkLst>
            <pc:docMk/>
            <pc:sldMk cId="881983361" sldId="2564"/>
            <ac:spMk id="4" creationId="{F89D93C0-A534-8FDD-EAB8-3B96C075F2BF}"/>
          </ac:spMkLst>
        </pc:spChg>
        <pc:picChg chg="mod">
          <ac:chgData name="" userId="" providerId="" clId="Web-{D359DF0E-8A85-4DCD-8F81-716DB11B2CB1}" dt="2025-10-31T21:30:59.754" v="1" actId="34807"/>
          <ac:picMkLst>
            <pc:docMk/>
            <pc:sldMk cId="881983361" sldId="2564"/>
            <ac:picMk id="5" creationId="{677349A2-F71E-4F01-9F0B-6E23A0E73C28}"/>
          </ac:picMkLst>
        </pc:picChg>
      </pc:sldChg>
      <pc:sldChg chg="modSp add mod modTransition addAnim chgLayout">
        <pc:chgData name="" userId="" providerId="" clId="Web-{D359DF0E-8A85-4DCD-8F81-716DB11B2CB1}" dt="2025-10-31T21:30:59.770" v="8" actId="34807"/>
        <pc:sldMkLst>
          <pc:docMk/>
          <pc:sldMk cId="3004202182" sldId="2565"/>
        </pc:sldMkLst>
        <pc:spChg chg="mod">
          <ac:chgData name="" userId="" providerId="" clId="Web-{D359DF0E-8A85-4DCD-8F81-716DB11B2CB1}" dt="2025-10-31T21:30:59.754" v="1" actId="34807"/>
          <ac:spMkLst>
            <pc:docMk/>
            <pc:sldMk cId="3004202182" sldId="2565"/>
            <ac:spMk id="2" creationId="{A889694C-D519-A050-FC0E-42F9C9462C4C}"/>
          </ac:spMkLst>
        </pc:spChg>
      </pc:sldChg>
      <pc:sldChg chg="modSp add mod modTransition modClrScheme addAnim chgLayout">
        <pc:chgData name="" userId="" providerId="" clId="Web-{D359DF0E-8A85-4DCD-8F81-716DB11B2CB1}" dt="2025-10-31T21:30:59.770" v="9" actId="34807"/>
        <pc:sldMkLst>
          <pc:docMk/>
          <pc:sldMk cId="3039175780" sldId="2566"/>
        </pc:sldMkLst>
        <pc:spChg chg="mod">
          <ac:chgData name="" userId="" providerId="" clId="Web-{D359DF0E-8A85-4DCD-8F81-716DB11B2CB1}" dt="2025-10-31T21:30:59.754" v="1" actId="34807"/>
          <ac:spMkLst>
            <pc:docMk/>
            <pc:sldMk cId="3039175780" sldId="2566"/>
            <ac:spMk id="2" creationId="{1F1BE4E6-B41F-D8F3-DFB9-273F1FD2A73C}"/>
          </ac:spMkLst>
        </pc:spChg>
        <pc:spChg chg="mod">
          <ac:chgData name="" userId="" providerId="" clId="Web-{D359DF0E-8A85-4DCD-8F81-716DB11B2CB1}" dt="2025-10-31T21:30:59.754" v="1" actId="34807"/>
          <ac:spMkLst>
            <pc:docMk/>
            <pc:sldMk cId="3039175780" sldId="2566"/>
            <ac:spMk id="4" creationId="{74E0ED65-DF7E-D22B-CD70-3487A04FFAD6}"/>
          </ac:spMkLst>
        </pc:spChg>
        <pc:picChg chg="mod">
          <ac:chgData name="" userId="" providerId="" clId="Web-{D359DF0E-8A85-4DCD-8F81-716DB11B2CB1}" dt="2025-10-31T21:30:59.754" v="1" actId="34807"/>
          <ac:picMkLst>
            <pc:docMk/>
            <pc:sldMk cId="3039175780" sldId="2566"/>
            <ac:picMk id="5" creationId="{3D7DBBC0-4EB4-4DA3-B9F5-05663FF610DA}"/>
          </ac:picMkLst>
        </pc:picChg>
      </pc:sldChg>
      <pc:sldChg chg="modSp add mod modTransition modClrScheme addAnim chgLayout">
        <pc:chgData name="" userId="" providerId="" clId="Web-{D359DF0E-8A85-4DCD-8F81-716DB11B2CB1}" dt="2025-10-31T21:30:59.770" v="10" actId="34807"/>
        <pc:sldMkLst>
          <pc:docMk/>
          <pc:sldMk cId="3037988709" sldId="2567"/>
        </pc:sldMkLst>
        <pc:spChg chg="mod">
          <ac:chgData name="" userId="" providerId="" clId="Web-{D359DF0E-8A85-4DCD-8F81-716DB11B2CB1}" dt="2025-10-31T21:30:59.754" v="1" actId="34807"/>
          <ac:spMkLst>
            <pc:docMk/>
            <pc:sldMk cId="3037988709" sldId="2567"/>
            <ac:spMk id="2" creationId="{B765DFC2-A7CE-EB29-74E9-90023655F554}"/>
          </ac:spMkLst>
        </pc:spChg>
        <pc:spChg chg="mod">
          <ac:chgData name="" userId="" providerId="" clId="Web-{D359DF0E-8A85-4DCD-8F81-716DB11B2CB1}" dt="2025-10-31T21:30:59.754" v="1" actId="34807"/>
          <ac:spMkLst>
            <pc:docMk/>
            <pc:sldMk cId="3037988709" sldId="2567"/>
            <ac:spMk id="4" creationId="{C671A676-64AD-CFF5-B0AD-F879D7C4110F}"/>
          </ac:spMkLst>
        </pc:spChg>
        <pc:picChg chg="mod">
          <ac:chgData name="" userId="" providerId="" clId="Web-{D359DF0E-8A85-4DCD-8F81-716DB11B2CB1}" dt="2025-10-31T21:30:59.754" v="1" actId="34807"/>
          <ac:picMkLst>
            <pc:docMk/>
            <pc:sldMk cId="3037988709" sldId="2567"/>
            <ac:picMk id="5" creationId="{3FB2B891-5920-4186-8C1C-A9AAACD535F9}"/>
          </ac:picMkLst>
        </pc:picChg>
      </pc:sldChg>
      <pc:sldChg chg="modSp add mod modTransition modClrScheme addAnim chgLayout">
        <pc:chgData name="" userId="" providerId="" clId="Web-{D359DF0E-8A85-4DCD-8F81-716DB11B2CB1}" dt="2025-10-31T21:30:59.770" v="11" actId="34807"/>
        <pc:sldMkLst>
          <pc:docMk/>
          <pc:sldMk cId="417879601" sldId="2568"/>
        </pc:sldMkLst>
        <pc:spChg chg="mod">
          <ac:chgData name="" userId="" providerId="" clId="Web-{D359DF0E-8A85-4DCD-8F81-716DB11B2CB1}" dt="2025-10-31T21:30:59.754" v="1" actId="34807"/>
          <ac:spMkLst>
            <pc:docMk/>
            <pc:sldMk cId="417879601" sldId="2568"/>
            <ac:spMk id="2" creationId="{4AEF98C4-F3F0-5DA5-F38C-591FD77EBAF9}"/>
          </ac:spMkLst>
        </pc:spChg>
        <pc:spChg chg="mod">
          <ac:chgData name="" userId="" providerId="" clId="Web-{D359DF0E-8A85-4DCD-8F81-716DB11B2CB1}" dt="2025-10-31T21:30:59.754" v="1" actId="34807"/>
          <ac:spMkLst>
            <pc:docMk/>
            <pc:sldMk cId="417879601" sldId="2568"/>
            <ac:spMk id="4" creationId="{7BECD050-8283-0C1D-7455-F421E997A302}"/>
          </ac:spMkLst>
        </pc:spChg>
        <pc:picChg chg="mod">
          <ac:chgData name="" userId="" providerId="" clId="Web-{D359DF0E-8A85-4DCD-8F81-716DB11B2CB1}" dt="2025-10-31T21:30:59.754" v="1" actId="34807"/>
          <ac:picMkLst>
            <pc:docMk/>
            <pc:sldMk cId="417879601" sldId="2568"/>
            <ac:picMk id="5" creationId="{7A533530-41AF-44FE-BA75-316182AD326B}"/>
          </ac:picMkLst>
        </pc:picChg>
      </pc:sldChg>
      <pc:sldChg chg="modSp add mod modTransition modClrScheme addAnim chgLayout">
        <pc:chgData name="" userId="" providerId="" clId="Web-{D359DF0E-8A85-4DCD-8F81-716DB11B2CB1}" dt="2025-10-31T21:30:59.770" v="12" actId="34807"/>
        <pc:sldMkLst>
          <pc:docMk/>
          <pc:sldMk cId="443141999" sldId="2569"/>
        </pc:sldMkLst>
        <pc:spChg chg="mod">
          <ac:chgData name="" userId="" providerId="" clId="Web-{D359DF0E-8A85-4DCD-8F81-716DB11B2CB1}" dt="2025-10-31T21:30:59.754" v="1" actId="34807"/>
          <ac:spMkLst>
            <pc:docMk/>
            <pc:sldMk cId="443141999" sldId="2569"/>
            <ac:spMk id="2" creationId="{1BD65634-C625-1AD7-02C1-B645A51D4E95}"/>
          </ac:spMkLst>
        </pc:spChg>
        <pc:spChg chg="mod">
          <ac:chgData name="" userId="" providerId="" clId="Web-{D359DF0E-8A85-4DCD-8F81-716DB11B2CB1}" dt="2025-10-31T21:30:59.754" v="1" actId="34807"/>
          <ac:spMkLst>
            <pc:docMk/>
            <pc:sldMk cId="443141999" sldId="2569"/>
            <ac:spMk id="4" creationId="{C46DBBED-C88B-2F48-E910-58143D987CAB}"/>
          </ac:spMkLst>
        </pc:spChg>
        <pc:picChg chg="mod">
          <ac:chgData name="" userId="" providerId="" clId="Web-{D359DF0E-8A85-4DCD-8F81-716DB11B2CB1}" dt="2025-10-31T21:30:59.754" v="1" actId="34807"/>
          <ac:picMkLst>
            <pc:docMk/>
            <pc:sldMk cId="443141999" sldId="2569"/>
            <ac:picMk id="5" creationId="{D6829E4A-048B-4238-87EC-947540864132}"/>
          </ac:picMkLst>
        </pc:picChg>
      </pc:sldChg>
      <pc:sldChg chg="modSp add mod modTransition modClrScheme addAnim chgLayout">
        <pc:chgData name="" userId="" providerId="" clId="Web-{D359DF0E-8A85-4DCD-8F81-716DB11B2CB1}" dt="2025-10-31T21:30:59.770" v="13" actId="34807"/>
        <pc:sldMkLst>
          <pc:docMk/>
          <pc:sldMk cId="36936193" sldId="2570"/>
        </pc:sldMkLst>
        <pc:spChg chg="mod">
          <ac:chgData name="" userId="" providerId="" clId="Web-{D359DF0E-8A85-4DCD-8F81-716DB11B2CB1}" dt="2025-10-31T21:30:59.754" v="1" actId="34807"/>
          <ac:spMkLst>
            <pc:docMk/>
            <pc:sldMk cId="36936193" sldId="2570"/>
            <ac:spMk id="2" creationId="{5DBA2DCF-5882-F40E-DE81-13EA687A0053}"/>
          </ac:spMkLst>
        </pc:spChg>
        <pc:spChg chg="mod">
          <ac:chgData name="" userId="" providerId="" clId="Web-{D359DF0E-8A85-4DCD-8F81-716DB11B2CB1}" dt="2025-10-31T21:30:59.754" v="1" actId="34807"/>
          <ac:spMkLst>
            <pc:docMk/>
            <pc:sldMk cId="36936193" sldId="2570"/>
            <ac:spMk id="4" creationId="{52DCA9F0-B08C-0D68-3020-9A3F7E7AFB6C}"/>
          </ac:spMkLst>
        </pc:spChg>
        <pc:picChg chg="mod">
          <ac:chgData name="" userId="" providerId="" clId="Web-{D359DF0E-8A85-4DCD-8F81-716DB11B2CB1}" dt="2025-10-31T21:30:59.754" v="1" actId="34807"/>
          <ac:picMkLst>
            <pc:docMk/>
            <pc:sldMk cId="36936193" sldId="2570"/>
            <ac:picMk id="5" creationId="{6619AAF8-0A79-499F-9A5C-DE68AD5943F2}"/>
          </ac:picMkLst>
        </pc:picChg>
      </pc:sldChg>
      <pc:sldChg chg="modSp add mod modTransition addAnim chgLayout">
        <pc:chgData name="" userId="" providerId="" clId="Web-{D359DF0E-8A85-4DCD-8F81-716DB11B2CB1}" dt="2025-10-31T21:30:59.770" v="14" actId="34807"/>
        <pc:sldMkLst>
          <pc:docMk/>
          <pc:sldMk cId="149303329" sldId="2571"/>
        </pc:sldMkLst>
        <pc:spChg chg="mod">
          <ac:chgData name="" userId="" providerId="" clId="Web-{D359DF0E-8A85-4DCD-8F81-716DB11B2CB1}" dt="2025-10-31T21:30:59.754" v="1" actId="34807"/>
          <ac:spMkLst>
            <pc:docMk/>
            <pc:sldMk cId="149303329" sldId="2571"/>
            <ac:spMk id="2" creationId="{CB0F22F5-966C-9092-B53F-B5EC5794DAB2}"/>
          </ac:spMkLst>
        </pc:spChg>
      </pc:sldChg>
      <pc:sldChg chg="modSp add mod modTransition modClrScheme addAnim chgLayout">
        <pc:chgData name="" userId="" providerId="" clId="Web-{D359DF0E-8A85-4DCD-8F81-716DB11B2CB1}" dt="2025-10-31T21:30:59.770" v="15" actId="34807"/>
        <pc:sldMkLst>
          <pc:docMk/>
          <pc:sldMk cId="259624971" sldId="2572"/>
        </pc:sldMkLst>
        <pc:spChg chg="mod">
          <ac:chgData name="" userId="" providerId="" clId="Web-{D359DF0E-8A85-4DCD-8F81-716DB11B2CB1}" dt="2025-10-31T21:30:59.754" v="1" actId="34807"/>
          <ac:spMkLst>
            <pc:docMk/>
            <pc:sldMk cId="259624971" sldId="2572"/>
            <ac:spMk id="2" creationId="{4E16DD99-9282-C710-B422-ADFE625EDFD5}"/>
          </ac:spMkLst>
        </pc:spChg>
        <pc:spChg chg="mod">
          <ac:chgData name="" userId="" providerId="" clId="Web-{D359DF0E-8A85-4DCD-8F81-716DB11B2CB1}" dt="2025-10-31T21:30:59.754" v="1" actId="34807"/>
          <ac:spMkLst>
            <pc:docMk/>
            <pc:sldMk cId="259624971" sldId="2572"/>
            <ac:spMk id="4" creationId="{F8BF89E0-74C8-BD6E-44F6-7692BE104620}"/>
          </ac:spMkLst>
        </pc:spChg>
        <pc:picChg chg="mod">
          <ac:chgData name="" userId="" providerId="" clId="Web-{D359DF0E-8A85-4DCD-8F81-716DB11B2CB1}" dt="2025-10-31T21:30:59.754" v="1" actId="34807"/>
          <ac:picMkLst>
            <pc:docMk/>
            <pc:sldMk cId="259624971" sldId="2572"/>
            <ac:picMk id="5" creationId="{A9D37721-EA8B-4DFE-984E-2449994DE923}"/>
          </ac:picMkLst>
        </pc:picChg>
      </pc:sldChg>
      <pc:sldChg chg="modSp add mod modTransition addAnim chgLayout">
        <pc:chgData name="" userId="" providerId="" clId="Web-{D359DF0E-8A85-4DCD-8F81-716DB11B2CB1}" dt="2025-10-31T21:30:59.770" v="16" actId="34807"/>
        <pc:sldMkLst>
          <pc:docMk/>
          <pc:sldMk cId="558120525" sldId="2573"/>
        </pc:sldMkLst>
        <pc:spChg chg="mod">
          <ac:chgData name="" userId="" providerId="" clId="Web-{D359DF0E-8A85-4DCD-8F81-716DB11B2CB1}" dt="2025-10-31T21:30:59.754" v="1" actId="34807"/>
          <ac:spMkLst>
            <pc:docMk/>
            <pc:sldMk cId="558120525" sldId="2573"/>
            <ac:spMk id="2" creationId="{2B97239B-15F7-F194-D824-BAC71101F947}"/>
          </ac:spMkLst>
        </pc:spChg>
      </pc:sldChg>
      <pc:sldChg chg="modSp add mod modTransition modClrScheme addAnim chgLayout">
        <pc:chgData name="" userId="" providerId="" clId="Web-{D359DF0E-8A85-4DCD-8F81-716DB11B2CB1}" dt="2025-10-31T21:30:59.770" v="17" actId="34807"/>
        <pc:sldMkLst>
          <pc:docMk/>
          <pc:sldMk cId="445810793" sldId="2574"/>
        </pc:sldMkLst>
        <pc:spChg chg="mod">
          <ac:chgData name="" userId="" providerId="" clId="Web-{D359DF0E-8A85-4DCD-8F81-716DB11B2CB1}" dt="2025-10-31T21:30:59.754" v="1" actId="34807"/>
          <ac:spMkLst>
            <pc:docMk/>
            <pc:sldMk cId="445810793" sldId="2574"/>
            <ac:spMk id="2" creationId="{DFA8EB99-60F3-C3AF-DF60-3C6DF5649C5D}"/>
          </ac:spMkLst>
        </pc:spChg>
        <pc:spChg chg="mod">
          <ac:chgData name="" userId="" providerId="" clId="Web-{D359DF0E-8A85-4DCD-8F81-716DB11B2CB1}" dt="2025-10-31T21:30:59.754" v="1" actId="34807"/>
          <ac:spMkLst>
            <pc:docMk/>
            <pc:sldMk cId="445810793" sldId="2574"/>
            <ac:spMk id="4" creationId="{02D7E488-4544-DAF9-FB33-62F4C4C367C9}"/>
          </ac:spMkLst>
        </pc:spChg>
        <pc:picChg chg="mod">
          <ac:chgData name="" userId="" providerId="" clId="Web-{D359DF0E-8A85-4DCD-8F81-716DB11B2CB1}" dt="2025-10-31T21:30:59.754" v="1" actId="34807"/>
          <ac:picMkLst>
            <pc:docMk/>
            <pc:sldMk cId="445810793" sldId="2574"/>
            <ac:picMk id="5" creationId="{6816F983-C02D-44FA-AF14-C8F86AF9287F}"/>
          </ac:picMkLst>
        </pc:picChg>
      </pc:sldChg>
      <pc:sldChg chg="modSp add mod modTransition addAnim chgLayout">
        <pc:chgData name="" userId="" providerId="" clId="Web-{D359DF0E-8A85-4DCD-8F81-716DB11B2CB1}" dt="2025-10-31T21:30:59.770" v="18" actId="34807"/>
        <pc:sldMkLst>
          <pc:docMk/>
          <pc:sldMk cId="866051088" sldId="2575"/>
        </pc:sldMkLst>
        <pc:spChg chg="mod">
          <ac:chgData name="" userId="" providerId="" clId="Web-{D359DF0E-8A85-4DCD-8F81-716DB11B2CB1}" dt="2025-10-31T21:30:59.754" v="1" actId="34807"/>
          <ac:spMkLst>
            <pc:docMk/>
            <pc:sldMk cId="866051088" sldId="2575"/>
            <ac:spMk id="2" creationId="{C18F427B-A27E-7E33-A491-38C2D79AC59F}"/>
          </ac:spMkLst>
        </pc:spChg>
      </pc:sldChg>
      <pc:sldChg chg="modSp add mod modTransition modClrScheme addAnim chgLayout">
        <pc:chgData name="" userId="" providerId="" clId="Web-{D359DF0E-8A85-4DCD-8F81-716DB11B2CB1}" dt="2025-10-31T21:30:59.770" v="19" actId="34807"/>
        <pc:sldMkLst>
          <pc:docMk/>
          <pc:sldMk cId="57828948" sldId="2576"/>
        </pc:sldMkLst>
        <pc:spChg chg="mod">
          <ac:chgData name="" userId="" providerId="" clId="Web-{D359DF0E-8A85-4DCD-8F81-716DB11B2CB1}" dt="2025-10-31T21:30:59.754" v="1" actId="34807"/>
          <ac:spMkLst>
            <pc:docMk/>
            <pc:sldMk cId="57828948" sldId="2576"/>
            <ac:spMk id="2" creationId="{6E10D437-676D-AF79-8644-EDAA878F43E7}"/>
          </ac:spMkLst>
        </pc:spChg>
        <pc:spChg chg="mod">
          <ac:chgData name="" userId="" providerId="" clId="Web-{D359DF0E-8A85-4DCD-8F81-716DB11B2CB1}" dt="2025-10-31T21:30:59.754" v="1" actId="34807"/>
          <ac:spMkLst>
            <pc:docMk/>
            <pc:sldMk cId="57828948" sldId="2576"/>
            <ac:spMk id="4" creationId="{9EBE8286-7BB8-D519-DE8C-CAA312FE2B08}"/>
          </ac:spMkLst>
        </pc:spChg>
        <pc:picChg chg="mod">
          <ac:chgData name="" userId="" providerId="" clId="Web-{D359DF0E-8A85-4DCD-8F81-716DB11B2CB1}" dt="2025-10-31T21:30:59.754" v="1" actId="34807"/>
          <ac:picMkLst>
            <pc:docMk/>
            <pc:sldMk cId="57828948" sldId="2576"/>
            <ac:picMk id="5" creationId="{1A534C7E-DF9E-44B0-BDFF-95EC326BB8BA}"/>
          </ac:picMkLst>
        </pc:picChg>
      </pc:sldChg>
      <pc:sldChg chg="modSp add mod modTransition addAnim chgLayout">
        <pc:chgData name="" userId="" providerId="" clId="Web-{D359DF0E-8A85-4DCD-8F81-716DB11B2CB1}" dt="2025-10-31T21:30:59.770" v="20" actId="34807"/>
        <pc:sldMkLst>
          <pc:docMk/>
          <pc:sldMk cId="2890484536" sldId="2577"/>
        </pc:sldMkLst>
        <pc:spChg chg="mod">
          <ac:chgData name="" userId="" providerId="" clId="Web-{D359DF0E-8A85-4DCD-8F81-716DB11B2CB1}" dt="2025-10-31T21:30:59.754" v="1" actId="34807"/>
          <ac:spMkLst>
            <pc:docMk/>
            <pc:sldMk cId="2890484536" sldId="2577"/>
            <ac:spMk id="2" creationId="{5002247D-8D34-260C-B9F6-1DA1E82E9744}"/>
          </ac:spMkLst>
        </pc:spChg>
      </pc:sldChg>
      <pc:sldChg chg="modSp add mod modTransition modClrScheme addAnim chgLayout">
        <pc:chgData name="" userId="" providerId="" clId="Web-{D359DF0E-8A85-4DCD-8F81-716DB11B2CB1}" dt="2025-10-31T21:30:59.770" v="21" actId="34807"/>
        <pc:sldMkLst>
          <pc:docMk/>
          <pc:sldMk cId="3289934549" sldId="2578"/>
        </pc:sldMkLst>
        <pc:spChg chg="mod">
          <ac:chgData name="" userId="" providerId="" clId="Web-{D359DF0E-8A85-4DCD-8F81-716DB11B2CB1}" dt="2025-10-31T21:30:59.754" v="1" actId="34807"/>
          <ac:spMkLst>
            <pc:docMk/>
            <pc:sldMk cId="3289934549" sldId="2578"/>
            <ac:spMk id="2" creationId="{500D65AF-C930-7372-EDD0-7934945F35D3}"/>
          </ac:spMkLst>
        </pc:spChg>
        <pc:spChg chg="mod">
          <ac:chgData name="" userId="" providerId="" clId="Web-{D359DF0E-8A85-4DCD-8F81-716DB11B2CB1}" dt="2025-10-31T21:30:59.754" v="1" actId="34807"/>
          <ac:spMkLst>
            <pc:docMk/>
            <pc:sldMk cId="3289934549" sldId="2578"/>
            <ac:spMk id="4" creationId="{B76D8183-46A8-311A-E9A3-4AA7E456776D}"/>
          </ac:spMkLst>
        </pc:spChg>
        <pc:picChg chg="mod">
          <ac:chgData name="" userId="" providerId="" clId="Web-{D359DF0E-8A85-4DCD-8F81-716DB11B2CB1}" dt="2025-10-31T21:30:59.754" v="1" actId="34807"/>
          <ac:picMkLst>
            <pc:docMk/>
            <pc:sldMk cId="3289934549" sldId="2578"/>
            <ac:picMk id="5" creationId="{DD663CDB-ECDE-478F-B445-7235BF7E4476}"/>
          </ac:picMkLst>
        </pc:picChg>
      </pc:sldChg>
      <pc:sldChg chg="modSp add mod modTransition addAnim chgLayout">
        <pc:chgData name="" userId="" providerId="" clId="Web-{D359DF0E-8A85-4DCD-8F81-716DB11B2CB1}" dt="2025-10-31T21:30:59.770" v="22" actId="34807"/>
        <pc:sldMkLst>
          <pc:docMk/>
          <pc:sldMk cId="1831707658" sldId="2579"/>
        </pc:sldMkLst>
        <pc:spChg chg="mod">
          <ac:chgData name="" userId="" providerId="" clId="Web-{D359DF0E-8A85-4DCD-8F81-716DB11B2CB1}" dt="2025-10-31T21:30:59.754" v="1" actId="34807"/>
          <ac:spMkLst>
            <pc:docMk/>
            <pc:sldMk cId="1831707658" sldId="2579"/>
            <ac:spMk id="2" creationId="{345092D5-791C-70DF-A230-EC31908719BB}"/>
          </ac:spMkLst>
        </pc:spChg>
      </pc:sldChg>
      <pc:sldChg chg="modSp add mod modTransition addAnim">
        <pc:chgData name="" userId="" providerId="" clId="Web-{D359DF0E-8A85-4DCD-8F81-716DB11B2CB1}" dt="2025-10-31T21:30:59.770" v="23" actId="34807"/>
        <pc:sldMkLst>
          <pc:docMk/>
          <pc:sldMk cId="2562021474" sldId="2580"/>
        </pc:sldMkLst>
        <pc:spChg chg="mod">
          <ac:chgData name="" userId="" providerId="" clId="Web-{D359DF0E-8A85-4DCD-8F81-716DB11B2CB1}" dt="2025-10-31T21:30:59.754" v="1" actId="34807"/>
          <ac:spMkLst>
            <pc:docMk/>
            <pc:sldMk cId="2562021474" sldId="2580"/>
            <ac:spMk id="2" creationId="{20D46703-D835-1D24-DF97-0EBB61EF41F0}"/>
          </ac:spMkLst>
        </pc:spChg>
        <pc:spChg chg="mod">
          <ac:chgData name="" userId="" providerId="" clId="Web-{D359DF0E-8A85-4DCD-8F81-716DB11B2CB1}" dt="2025-10-31T21:30:59.754" v="1" actId="34807"/>
          <ac:spMkLst>
            <pc:docMk/>
            <pc:sldMk cId="2562021474" sldId="2580"/>
            <ac:spMk id="4" creationId="{8E21396C-FFCE-D02B-DA4B-0989A88F3234}"/>
          </ac:spMkLst>
        </pc:spChg>
        <pc:picChg chg="mod">
          <ac:chgData name="" userId="" providerId="" clId="Web-{D359DF0E-8A85-4DCD-8F81-716DB11B2CB1}" dt="2025-10-31T21:30:59.754" v="1" actId="34807"/>
          <ac:picMkLst>
            <pc:docMk/>
            <pc:sldMk cId="2562021474" sldId="2580"/>
            <ac:picMk id="5" creationId="{0682E928-3D3B-4CE4-927A-510AB9D2E898}"/>
          </ac:picMkLst>
        </pc:picChg>
      </pc:sldChg>
    </pc:docChg>
  </pc:docChgLst>
  <pc:docChgLst>
    <pc:chgData name="Ahmed Sakr" userId="S::ahmed.sakr@elgouna.com::508bb5c0-3c6e-41e0-b7b7-ef9f6de54b9b" providerId="AD" clId="Web-{38F06354-9FB4-B586-88F3-E0FB40EB7750}"/>
    <pc:docChg chg="modSld">
      <pc:chgData name="Ahmed Sakr" userId="S::ahmed.sakr@elgouna.com::508bb5c0-3c6e-41e0-b7b7-ef9f6de54b9b" providerId="AD" clId="Web-{38F06354-9FB4-B586-88F3-E0FB40EB7750}" dt="2025-10-31T21:35:30.329" v="15" actId="20577"/>
      <pc:docMkLst>
        <pc:docMk/>
      </pc:docMkLst>
      <pc:sldChg chg="modSp">
        <pc:chgData name="Ahmed Sakr" userId="S::ahmed.sakr@elgouna.com::508bb5c0-3c6e-41e0-b7b7-ef9f6de54b9b" providerId="AD" clId="Web-{38F06354-9FB4-B586-88F3-E0FB40EB7750}" dt="2025-10-31T21:32:34.592" v="3" actId="20577"/>
        <pc:sldMkLst>
          <pc:docMk/>
          <pc:sldMk cId="3827020471" sldId="2563"/>
        </pc:sldMkLst>
        <pc:spChg chg="mod">
          <ac:chgData name="Ahmed Sakr" userId="S::ahmed.sakr@elgouna.com::508bb5c0-3c6e-41e0-b7b7-ef9f6de54b9b" providerId="AD" clId="Web-{38F06354-9FB4-B586-88F3-E0FB40EB7750}" dt="2025-10-31T21:32:34.592" v="3" actId="20577"/>
          <ac:spMkLst>
            <pc:docMk/>
            <pc:sldMk cId="3827020471" sldId="2563"/>
            <ac:spMk id="4" creationId="{D3BC6C53-0564-5FAC-798F-30B8465C26EF}"/>
          </ac:spMkLst>
        </pc:spChg>
      </pc:sldChg>
      <pc:sldChg chg="modSp">
        <pc:chgData name="Ahmed Sakr" userId="S::ahmed.sakr@elgouna.com::508bb5c0-3c6e-41e0-b7b7-ef9f6de54b9b" providerId="AD" clId="Web-{38F06354-9FB4-B586-88F3-E0FB40EB7750}" dt="2025-10-31T21:35:30.329" v="15" actId="20577"/>
        <pc:sldMkLst>
          <pc:docMk/>
          <pc:sldMk cId="2562021474" sldId="2580"/>
        </pc:sldMkLst>
        <pc:spChg chg="mod">
          <ac:chgData name="Ahmed Sakr" userId="S::ahmed.sakr@elgouna.com::508bb5c0-3c6e-41e0-b7b7-ef9f6de54b9b" providerId="AD" clId="Web-{38F06354-9FB4-B586-88F3-E0FB40EB7750}" dt="2025-10-31T21:35:30.329" v="15" actId="20577"/>
          <ac:spMkLst>
            <pc:docMk/>
            <pc:sldMk cId="2562021474" sldId="2580"/>
            <ac:spMk id="4" creationId="{8E21396C-FFCE-D02B-DA4B-0989A88F323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733C8F-FDD6-4B96-B959-0A8FC75B9CD2}" type="datetimeFigureOut">
              <a:t>5/15/2026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BB576B-3D3E-449F-AE4C-E73404543104}" type="slidenum">
              <a:t>‹#›</a:t>
            </a:fld>
            <a:endParaRPr lang="en-US"/>
          </a:p>
        </p:txBody>
      </p:sp>
    </p:spTree>
    <p:extLst>
      <p:ext uri="{BB962C8B-B14F-4D97-AF65-F5344CB8AC3E}">
        <p14:creationId xmlns:p14="http://schemas.microsoft.com/office/powerpoint/2010/main" val="38633774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AI-generated content may be incorrect.
---
</a:t>
            </a:r>
          </a:p>
        </p:txBody>
      </p:sp>
      <p:sp>
        <p:nvSpPr>
          <p:cNvPr id="4" name="Slide Number Placeholder 3"/>
          <p:cNvSpPr>
            <a:spLocks noGrp="1"/>
          </p:cNvSpPr>
          <p:nvPr>
            <p:ph type="sldNum" sz="quarter" idx="5"/>
          </p:nvPr>
        </p:nvSpPr>
        <p:spPr/>
        <p:txBody>
          <a:bodyPr/>
          <a:lstStyle/>
          <a:p>
            <a:fld id="{E1C73847-91E4-486E-AEB4-75DBE70D506A}" type="slidenum">
              <a:t>1</a:t>
            </a:fld>
            <a:endParaRPr lang="en-US"/>
          </a:p>
        </p:txBody>
      </p:sp>
    </p:spTree>
    <p:extLst>
      <p:ext uri="{BB962C8B-B14F-4D97-AF65-F5344CB8AC3E}">
        <p14:creationId xmlns:p14="http://schemas.microsoft.com/office/powerpoint/2010/main" val="28000609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4AAE2-3669-E48D-1A5F-49065C7C96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CCB165-BEF4-E0EE-0EE4-C633ED90429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4B6CA4E-8630-F80D-75BA-0FA615520BAA}"/>
              </a:ext>
            </a:extLst>
          </p:cNvPr>
          <p:cNvSpPr>
            <a:spLocks noGrp="1"/>
          </p:cNvSpPr>
          <p:nvPr>
            <p:ph type="body" idx="1"/>
          </p:nvPr>
        </p:nvSpPr>
        <p:spPr/>
        <p:txBody>
          <a:bodyPr/>
          <a:lstStyle/>
          <a:p>
            <a:r>
              <a:rPr lang="en-US" dirty="0"/>
              <a:t>
---
The UK Rail Analytics Project aims to establish a verifiable correlation between operational performance metrics, specifically service delays, and their commercial outcomes such as revenue generation. The final deliverable is a five-page interactive Power BI dashboard that spans descriptive analysis to predictive modeling. Additionally, the project incorporates smart alerts using Power Automate to notify stakeholders of critical risk metrics like 'Revenue at Risk'. These objectives ensure that the project delivers actionable insights and supports strategic decision-making across various operational domains.
Image source: Microsoft 365 content library
</a:t>
            </a:r>
          </a:p>
        </p:txBody>
      </p:sp>
      <p:sp>
        <p:nvSpPr>
          <p:cNvPr id="4" name="Slide Number Placeholder 3">
            <a:extLst>
              <a:ext uri="{FF2B5EF4-FFF2-40B4-BE49-F238E27FC236}">
                <a16:creationId xmlns:a16="http://schemas.microsoft.com/office/drawing/2014/main" id="{24AA15E8-FBDC-88FC-7B44-9C35F937EA6A}"/>
              </a:ext>
            </a:extLst>
          </p:cNvPr>
          <p:cNvSpPr>
            <a:spLocks noGrp="1"/>
          </p:cNvSpPr>
          <p:nvPr>
            <p:ph type="sldNum" sz="quarter" idx="5"/>
          </p:nvPr>
        </p:nvSpPr>
        <p:spPr/>
        <p:txBody>
          <a:bodyPr/>
          <a:lstStyle/>
          <a:p>
            <a:fld id="{E1C73847-91E4-486E-AEB4-75DBE70D506A}" type="slidenum">
              <a:t>2</a:t>
            </a:fld>
            <a:endParaRPr lang="en-US"/>
          </a:p>
        </p:txBody>
      </p:sp>
    </p:spTree>
    <p:extLst>
      <p:ext uri="{BB962C8B-B14F-4D97-AF65-F5344CB8AC3E}">
        <p14:creationId xmlns:p14="http://schemas.microsoft.com/office/powerpoint/2010/main" val="10656048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90D28-7501-967E-E87F-3ADACA556B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D54DDB-EF7B-FD54-1640-5EE939821FB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CB0CDE5-8715-0B17-F91B-8FE821FC0841}"/>
              </a:ext>
            </a:extLst>
          </p:cNvPr>
          <p:cNvSpPr>
            <a:spLocks noGrp="1"/>
          </p:cNvSpPr>
          <p:nvPr>
            <p:ph type="body" idx="1"/>
          </p:nvPr>
        </p:nvSpPr>
        <p:spPr/>
        <p:txBody>
          <a:bodyPr/>
          <a:lstStyle/>
          <a:p>
            <a:r>
              <a:rPr lang="en-US"/>
              <a:t>
---
The UK Rail Analytics Project aims to establish a verifiable correlation between operational performance metrics, specifically service delays, and their commercial outcomes such as revenue generation. The final deliverable is a five-page interactive Power BI dashboard that spans descriptive analysis to predictive modeling. Additionally, the project incorporates smart alerts using Power Automate to notify stakeholders of critical risk metrics like 'Revenue at Risk'. These objectives ensure that the project delivers actionable insights and supports strategic decision-making across various operational domains.
Image source: Microsoft 365 content library
</a:t>
            </a:r>
          </a:p>
        </p:txBody>
      </p:sp>
      <p:sp>
        <p:nvSpPr>
          <p:cNvPr id="4" name="Slide Number Placeholder 3">
            <a:extLst>
              <a:ext uri="{FF2B5EF4-FFF2-40B4-BE49-F238E27FC236}">
                <a16:creationId xmlns:a16="http://schemas.microsoft.com/office/drawing/2014/main" id="{73964DAF-7288-9498-558B-49ED98BD2C5D}"/>
              </a:ext>
            </a:extLst>
          </p:cNvPr>
          <p:cNvSpPr>
            <a:spLocks noGrp="1"/>
          </p:cNvSpPr>
          <p:nvPr>
            <p:ph type="sldNum" sz="quarter" idx="5"/>
          </p:nvPr>
        </p:nvSpPr>
        <p:spPr/>
        <p:txBody>
          <a:bodyPr/>
          <a:lstStyle/>
          <a:p>
            <a:fld id="{E1C73847-91E4-486E-AEB4-75DBE70D506A}" type="slidenum">
              <a:t>3</a:t>
            </a:fld>
            <a:endParaRPr lang="en-US"/>
          </a:p>
        </p:txBody>
      </p:sp>
    </p:spTree>
    <p:extLst>
      <p:ext uri="{BB962C8B-B14F-4D97-AF65-F5344CB8AC3E}">
        <p14:creationId xmlns:p14="http://schemas.microsoft.com/office/powerpoint/2010/main" val="28365488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The UK Rail Analytics Project aims to establish a verifiable correlation between operational performance metrics, specifically service delays, and their commercial outcomes such as revenue generation. The final deliverable is a five-page interactive Power BI dashboard that spans descriptive analysis to predictive modeling. Additionally, the project incorporates smart alerts using Power Automate to notify stakeholders of critical risk metrics like 'Revenue at Risk'. These objectives ensure that the project delivers actionable insights and supports strategic decision-making across various operational domains.
Image source: Microsoft 365 content library
</a:t>
            </a:r>
          </a:p>
        </p:txBody>
      </p:sp>
      <p:sp>
        <p:nvSpPr>
          <p:cNvPr id="4" name="Slide Number Placeholder 3"/>
          <p:cNvSpPr>
            <a:spLocks noGrp="1"/>
          </p:cNvSpPr>
          <p:nvPr>
            <p:ph type="sldNum" sz="quarter" idx="5"/>
          </p:nvPr>
        </p:nvSpPr>
        <p:spPr/>
        <p:txBody>
          <a:bodyPr/>
          <a:lstStyle/>
          <a:p>
            <a:fld id="{E1C73847-91E4-486E-AEB4-75DBE70D506A}" type="slidenum">
              <a:t>4</a:t>
            </a:fld>
            <a:endParaRPr lang="en-US"/>
          </a:p>
        </p:txBody>
      </p:sp>
    </p:spTree>
    <p:extLst>
      <p:ext uri="{BB962C8B-B14F-4D97-AF65-F5344CB8AC3E}">
        <p14:creationId xmlns:p14="http://schemas.microsoft.com/office/powerpoint/2010/main" val="3845142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The project is structured into five analytical phases, each corresponding to a specific dashboard page and executive objective. Phase I (Foundation) focuses on defining core KPIs and operational status. Phase II (Deep Dive) analyzes customer behavior and market segment contributions. Phase III (Correlation) quantifies financial costs of delay causes. Phase IV (Forecasting) projects future revenue trends and operational risks. Phase V (Recommendations) translates insights into strategic mandates. This structured approach ensures comprehensive coverage of performance, financial, and strategic dimensions.
Image source: Microsoft 365 content library
</a:t>
            </a:r>
          </a:p>
        </p:txBody>
      </p:sp>
      <p:sp>
        <p:nvSpPr>
          <p:cNvPr id="4" name="Slide Number Placeholder 3"/>
          <p:cNvSpPr>
            <a:spLocks noGrp="1"/>
          </p:cNvSpPr>
          <p:nvPr>
            <p:ph type="sldNum" sz="quarter" idx="5"/>
          </p:nvPr>
        </p:nvSpPr>
        <p:spPr/>
        <p:txBody>
          <a:bodyPr/>
          <a:lstStyle/>
          <a:p>
            <a:fld id="{E1C73847-91E4-486E-AEB4-75DBE70D506A}" type="slidenum">
              <a:t>5</a:t>
            </a:fld>
            <a:endParaRPr lang="en-US"/>
          </a:p>
        </p:txBody>
      </p:sp>
    </p:spTree>
    <p:extLst>
      <p:ext uri="{BB962C8B-B14F-4D97-AF65-F5344CB8AC3E}">
        <p14:creationId xmlns:p14="http://schemas.microsoft.com/office/powerpoint/2010/main" val="5643862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5E7C8-1698-1DC1-5A07-20741FD4CC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7621D6-9660-CA7B-F8CA-88C46DD04E8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B4D85E5-FE2A-4A22-97E3-A8E0B25A7288}"/>
              </a:ext>
            </a:extLst>
          </p:cNvPr>
          <p:cNvSpPr>
            <a:spLocks noGrp="1"/>
          </p:cNvSpPr>
          <p:nvPr>
            <p:ph type="body" idx="1"/>
          </p:nvPr>
        </p:nvSpPr>
        <p:spPr/>
        <p:txBody>
          <a:bodyPr/>
          <a:lstStyle/>
          <a:p>
            <a:r>
              <a:rPr lang="en-US"/>
              <a:t>
---
The project is structured into five analytical phases, each corresponding to a specific dashboard page and executive objective. Phase I (Foundation) focuses on defining core KPIs and operational status. Phase II (Deep Dive) analyzes customer behavior and market segment contributions. Phase III (Correlation) quantifies financial costs of delay causes. Phase IV (Forecasting) projects future revenue trends and operational risks. Phase V (Recommendations) translates insights into strategic mandates. This structured approach ensures comprehensive coverage of performance, financial, and strategic dimensions.
Image source: Microsoft 365 content library
</a:t>
            </a:r>
          </a:p>
        </p:txBody>
      </p:sp>
      <p:sp>
        <p:nvSpPr>
          <p:cNvPr id="4" name="Slide Number Placeholder 3">
            <a:extLst>
              <a:ext uri="{FF2B5EF4-FFF2-40B4-BE49-F238E27FC236}">
                <a16:creationId xmlns:a16="http://schemas.microsoft.com/office/drawing/2014/main" id="{BA46708C-31A5-DFF4-9FB2-9C20857917AC}"/>
              </a:ext>
            </a:extLst>
          </p:cNvPr>
          <p:cNvSpPr>
            <a:spLocks noGrp="1"/>
          </p:cNvSpPr>
          <p:nvPr>
            <p:ph type="sldNum" sz="quarter" idx="5"/>
          </p:nvPr>
        </p:nvSpPr>
        <p:spPr/>
        <p:txBody>
          <a:bodyPr/>
          <a:lstStyle/>
          <a:p>
            <a:fld id="{E1C73847-91E4-486E-AEB4-75DBE70D506A}" type="slidenum">
              <a:t>6</a:t>
            </a:fld>
            <a:endParaRPr lang="en-US"/>
          </a:p>
        </p:txBody>
      </p:sp>
    </p:spTree>
    <p:extLst>
      <p:ext uri="{BB962C8B-B14F-4D97-AF65-F5344CB8AC3E}">
        <p14:creationId xmlns:p14="http://schemas.microsoft.com/office/powerpoint/2010/main" val="4761188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90845-340E-FD46-925F-937D981676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5A0373-90A5-71DF-029A-1957010200C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18BFDB6-CFF6-12BD-97C5-11411F3C63E5}"/>
              </a:ext>
            </a:extLst>
          </p:cNvPr>
          <p:cNvSpPr>
            <a:spLocks noGrp="1"/>
          </p:cNvSpPr>
          <p:nvPr>
            <p:ph type="body" idx="1"/>
          </p:nvPr>
        </p:nvSpPr>
        <p:spPr/>
        <p:txBody>
          <a:bodyPr/>
          <a:lstStyle/>
          <a:p>
            <a:r>
              <a:rPr lang="en-US"/>
              <a:t>
---
The project is structured into five analytical phases, each corresponding to a specific dashboard page and executive objective. Phase I (Foundation) focuses on defining core KPIs and operational status. Phase II (Deep Dive) analyzes customer behavior and market segment contributions. Phase III (Correlation) quantifies financial costs of delay causes. Phase IV (Forecasting) projects future revenue trends and operational risks. Phase V (Recommendations) translates insights into strategic mandates. This structured approach ensures comprehensive coverage of performance, financial, and strategic dimensions.
Image source: Microsoft 365 content library
</a:t>
            </a:r>
          </a:p>
        </p:txBody>
      </p:sp>
      <p:sp>
        <p:nvSpPr>
          <p:cNvPr id="4" name="Slide Number Placeholder 3">
            <a:extLst>
              <a:ext uri="{FF2B5EF4-FFF2-40B4-BE49-F238E27FC236}">
                <a16:creationId xmlns:a16="http://schemas.microsoft.com/office/drawing/2014/main" id="{C34EBE6E-A926-3CFE-D4A7-7EBBB4A40F59}"/>
              </a:ext>
            </a:extLst>
          </p:cNvPr>
          <p:cNvSpPr>
            <a:spLocks noGrp="1"/>
          </p:cNvSpPr>
          <p:nvPr>
            <p:ph type="sldNum" sz="quarter" idx="5"/>
          </p:nvPr>
        </p:nvSpPr>
        <p:spPr/>
        <p:txBody>
          <a:bodyPr/>
          <a:lstStyle/>
          <a:p>
            <a:fld id="{E1C73847-91E4-486E-AEB4-75DBE70D506A}" type="slidenum">
              <a:t>7</a:t>
            </a:fld>
            <a:endParaRPr lang="en-US"/>
          </a:p>
        </p:txBody>
      </p:sp>
    </p:spTree>
    <p:extLst>
      <p:ext uri="{BB962C8B-B14F-4D97-AF65-F5344CB8AC3E}">
        <p14:creationId xmlns:p14="http://schemas.microsoft.com/office/powerpoint/2010/main" val="15460519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513CC-D962-2763-BF73-E3AF9C4504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56B23C-38B1-47CD-9062-7708AA697AB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742C7D6-9476-A36B-B915-F045E3CA1772}"/>
              </a:ext>
            </a:extLst>
          </p:cNvPr>
          <p:cNvSpPr>
            <a:spLocks noGrp="1"/>
          </p:cNvSpPr>
          <p:nvPr>
            <p:ph type="body" idx="1"/>
          </p:nvPr>
        </p:nvSpPr>
        <p:spPr/>
        <p:txBody>
          <a:bodyPr/>
          <a:lstStyle/>
          <a:p>
            <a:r>
              <a:rPr lang="en-US"/>
              <a:t>
---
The UK Rail Analytics Project aims to establish a verifiable correlation between operational performance metrics, specifically service delays, and their commercial outcomes such as revenue generation. The final deliverable is a five-page interactive Power BI dashboard that spans descriptive analysis to predictive modeling. Additionally, the project incorporates smart alerts using Power Automate to notify stakeholders of critical risk metrics like 'Revenue at Risk'. These objectives ensure that the project delivers actionable insights and supports strategic decision-making across various operational domains.
Image source: Microsoft 365 content library
</a:t>
            </a:r>
          </a:p>
        </p:txBody>
      </p:sp>
      <p:sp>
        <p:nvSpPr>
          <p:cNvPr id="4" name="Slide Number Placeholder 3">
            <a:extLst>
              <a:ext uri="{FF2B5EF4-FFF2-40B4-BE49-F238E27FC236}">
                <a16:creationId xmlns:a16="http://schemas.microsoft.com/office/drawing/2014/main" id="{BBAF66B6-0546-1B67-ED06-39CA5C08A3E9}"/>
              </a:ext>
            </a:extLst>
          </p:cNvPr>
          <p:cNvSpPr>
            <a:spLocks noGrp="1"/>
          </p:cNvSpPr>
          <p:nvPr>
            <p:ph type="sldNum" sz="quarter" idx="5"/>
          </p:nvPr>
        </p:nvSpPr>
        <p:spPr/>
        <p:txBody>
          <a:bodyPr/>
          <a:lstStyle/>
          <a:p>
            <a:fld id="{E1C73847-91E4-486E-AEB4-75DBE70D506A}" type="slidenum">
              <a:t>8</a:t>
            </a:fld>
            <a:endParaRPr lang="en-US"/>
          </a:p>
        </p:txBody>
      </p:sp>
    </p:spTree>
    <p:extLst>
      <p:ext uri="{BB962C8B-B14F-4D97-AF65-F5344CB8AC3E}">
        <p14:creationId xmlns:p14="http://schemas.microsoft.com/office/powerpoint/2010/main" val="27165370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F91C7-E931-C8DD-0E9E-C51BB17F67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B8FB0B-4083-745B-6529-773D15A7B3D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E195909-16F2-13E9-6640-2F4861753F8F}"/>
              </a:ext>
            </a:extLst>
          </p:cNvPr>
          <p:cNvSpPr>
            <a:spLocks noGrp="1"/>
          </p:cNvSpPr>
          <p:nvPr>
            <p:ph type="body" idx="1"/>
          </p:nvPr>
        </p:nvSpPr>
        <p:spPr/>
        <p:txBody>
          <a:bodyPr/>
          <a:lstStyle/>
          <a:p>
            <a:r>
              <a:rPr lang="en-US"/>
              <a:t>
---
The UK Rail Analytics Project aims to establish a verifiable correlation between operational performance metrics, specifically service delays, and their commercial outcomes such as revenue generation. The final deliverable is a five-page interactive Power BI dashboard that spans descriptive analysis to predictive modeling. Additionally, the project incorporates smart alerts using Power Automate to notify stakeholders of critical risk metrics like 'Revenue at Risk'. These objectives ensure that the project delivers actionable insights and supports strategic decision-making across various operational domains.
Image source: Microsoft 365 content library
</a:t>
            </a:r>
          </a:p>
        </p:txBody>
      </p:sp>
      <p:sp>
        <p:nvSpPr>
          <p:cNvPr id="4" name="Slide Number Placeholder 3">
            <a:extLst>
              <a:ext uri="{FF2B5EF4-FFF2-40B4-BE49-F238E27FC236}">
                <a16:creationId xmlns:a16="http://schemas.microsoft.com/office/drawing/2014/main" id="{1A7E4BA7-5732-7ED9-E068-AADEFE8C9E52}"/>
              </a:ext>
            </a:extLst>
          </p:cNvPr>
          <p:cNvSpPr>
            <a:spLocks noGrp="1"/>
          </p:cNvSpPr>
          <p:nvPr>
            <p:ph type="sldNum" sz="quarter" idx="5"/>
          </p:nvPr>
        </p:nvSpPr>
        <p:spPr/>
        <p:txBody>
          <a:bodyPr/>
          <a:lstStyle/>
          <a:p>
            <a:fld id="{E1C73847-91E4-486E-AEB4-75DBE70D506A}" type="slidenum">
              <a:t>9</a:t>
            </a:fld>
            <a:endParaRPr lang="en-US"/>
          </a:p>
        </p:txBody>
      </p:sp>
    </p:spTree>
    <p:extLst>
      <p:ext uri="{BB962C8B-B14F-4D97-AF65-F5344CB8AC3E}">
        <p14:creationId xmlns:p14="http://schemas.microsoft.com/office/powerpoint/2010/main" val="24896161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2388D-83B9-A5B4-B6D5-A978DFC34E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3D9911-0E23-41E6-E8A0-FD9EAF65026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ADF9F73-FE76-99F5-9483-BBB72867B906}"/>
              </a:ext>
            </a:extLst>
          </p:cNvPr>
          <p:cNvSpPr>
            <a:spLocks noGrp="1"/>
          </p:cNvSpPr>
          <p:nvPr>
            <p:ph type="body" idx="1"/>
          </p:nvPr>
        </p:nvSpPr>
        <p:spPr/>
        <p:txBody>
          <a:bodyPr/>
          <a:lstStyle/>
          <a:p>
            <a:r>
              <a:rPr lang="en-US"/>
              <a:t>
---
The UK Rail Analytics Project aims to establish a verifiable correlation between operational performance metrics, specifically service delays, and their commercial outcomes such as revenue generation. The final deliverable is a five-page interactive Power BI dashboard that spans descriptive analysis to predictive modeling. Additionally, the project incorporates smart alerts using Power Automate to notify stakeholders of critical risk metrics like 'Revenue at Risk'. These objectives ensure that the project delivers actionable insights and supports strategic decision-making across various operational domains.
Image source: Microsoft 365 content library
</a:t>
            </a:r>
          </a:p>
        </p:txBody>
      </p:sp>
      <p:sp>
        <p:nvSpPr>
          <p:cNvPr id="4" name="Slide Number Placeholder 3">
            <a:extLst>
              <a:ext uri="{FF2B5EF4-FFF2-40B4-BE49-F238E27FC236}">
                <a16:creationId xmlns:a16="http://schemas.microsoft.com/office/drawing/2014/main" id="{3ED1FA91-8D70-ABEE-7E2A-E20A1810C9CD}"/>
              </a:ext>
            </a:extLst>
          </p:cNvPr>
          <p:cNvSpPr>
            <a:spLocks noGrp="1"/>
          </p:cNvSpPr>
          <p:nvPr>
            <p:ph type="sldNum" sz="quarter" idx="5"/>
          </p:nvPr>
        </p:nvSpPr>
        <p:spPr/>
        <p:txBody>
          <a:bodyPr/>
          <a:lstStyle/>
          <a:p>
            <a:fld id="{E1C73847-91E4-486E-AEB4-75DBE70D506A}" type="slidenum">
              <a:t>10</a:t>
            </a:fld>
            <a:endParaRPr lang="en-US"/>
          </a:p>
        </p:txBody>
      </p:sp>
    </p:spTree>
    <p:extLst>
      <p:ext uri="{BB962C8B-B14F-4D97-AF65-F5344CB8AC3E}">
        <p14:creationId xmlns:p14="http://schemas.microsoft.com/office/powerpoint/2010/main" val="7022715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D5301-0F65-D2AC-528A-CB0B15D8C3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445779-E1A6-42CA-0107-770360F58BF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2073623-55C8-1697-B225-A450E766B3C3}"/>
              </a:ext>
            </a:extLst>
          </p:cNvPr>
          <p:cNvSpPr>
            <a:spLocks noGrp="1"/>
          </p:cNvSpPr>
          <p:nvPr>
            <p:ph type="body" idx="1"/>
          </p:nvPr>
        </p:nvSpPr>
        <p:spPr/>
        <p:txBody>
          <a:bodyPr/>
          <a:lstStyle/>
          <a:p>
            <a:r>
              <a:rPr lang="en-US"/>
              <a:t>
---
The UK Rail Analytics Project aims to establish a verifiable correlation between operational performance metrics, specifically service delays, and their commercial outcomes such as revenue generation. The final deliverable is a five-page interactive Power BI dashboard that spans descriptive analysis to predictive modeling. Additionally, the project incorporates smart alerts using Power Automate to notify stakeholders of critical risk metrics like 'Revenue at Risk'. These objectives ensure that the project delivers actionable insights and supports strategic decision-making across various operational domains.
Image source: Microsoft 365 content library
</a:t>
            </a:r>
          </a:p>
        </p:txBody>
      </p:sp>
      <p:sp>
        <p:nvSpPr>
          <p:cNvPr id="4" name="Slide Number Placeholder 3">
            <a:extLst>
              <a:ext uri="{FF2B5EF4-FFF2-40B4-BE49-F238E27FC236}">
                <a16:creationId xmlns:a16="http://schemas.microsoft.com/office/drawing/2014/main" id="{FE41D46C-1517-4E51-5909-0538EDE440D9}"/>
              </a:ext>
            </a:extLst>
          </p:cNvPr>
          <p:cNvSpPr>
            <a:spLocks noGrp="1"/>
          </p:cNvSpPr>
          <p:nvPr>
            <p:ph type="sldNum" sz="quarter" idx="5"/>
          </p:nvPr>
        </p:nvSpPr>
        <p:spPr/>
        <p:txBody>
          <a:bodyPr/>
          <a:lstStyle/>
          <a:p>
            <a:fld id="{E1C73847-91E4-486E-AEB4-75DBE70D506A}" type="slidenum">
              <a:t>11</a:t>
            </a:fld>
            <a:endParaRPr lang="en-US"/>
          </a:p>
        </p:txBody>
      </p:sp>
    </p:spTree>
    <p:extLst>
      <p:ext uri="{BB962C8B-B14F-4D97-AF65-F5344CB8AC3E}">
        <p14:creationId xmlns:p14="http://schemas.microsoft.com/office/powerpoint/2010/main" val="13405134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0C88E-92F8-BD57-3790-027C4E2174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47F84E-A62E-5E15-BCB5-313A6F9950D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2EFC30D-F967-434D-7D05-456A8B289535}"/>
              </a:ext>
            </a:extLst>
          </p:cNvPr>
          <p:cNvSpPr>
            <a:spLocks noGrp="1"/>
          </p:cNvSpPr>
          <p:nvPr>
            <p:ph type="body" idx="1"/>
          </p:nvPr>
        </p:nvSpPr>
        <p:spPr/>
        <p:txBody>
          <a:bodyPr/>
          <a:lstStyle/>
          <a:p>
            <a:r>
              <a:rPr lang="en-US" dirty="0"/>
              <a:t>
---
The UK Rail Analytics Project aims to establish a verifiable correlation between operational performance metrics, specifically service delays, and their commercial outcomes such as revenue generation. The final deliverable is a five-page interactive Power BI dashboard that spans descriptive analysis to predictive modeling. Additionally, the project incorporates smart alerts using Power Automate to notify stakeholders of critical risk metrics like 'Revenue at Risk'. These objectives ensure that the project delivers actionable insights and supports strategic decision-making across various operational domains.
Image source: Microsoft 365 content library
</a:t>
            </a:r>
          </a:p>
        </p:txBody>
      </p:sp>
      <p:sp>
        <p:nvSpPr>
          <p:cNvPr id="4" name="Slide Number Placeholder 3">
            <a:extLst>
              <a:ext uri="{FF2B5EF4-FFF2-40B4-BE49-F238E27FC236}">
                <a16:creationId xmlns:a16="http://schemas.microsoft.com/office/drawing/2014/main" id="{9CA1B380-F1C3-2644-90F5-7987AB45A20C}"/>
              </a:ext>
            </a:extLst>
          </p:cNvPr>
          <p:cNvSpPr>
            <a:spLocks noGrp="1"/>
          </p:cNvSpPr>
          <p:nvPr>
            <p:ph type="sldNum" sz="quarter" idx="5"/>
          </p:nvPr>
        </p:nvSpPr>
        <p:spPr/>
        <p:txBody>
          <a:bodyPr/>
          <a:lstStyle/>
          <a:p>
            <a:fld id="{E1C73847-91E4-486E-AEB4-75DBE70D506A}" type="slidenum">
              <a:t>12</a:t>
            </a:fld>
            <a:endParaRPr lang="en-US"/>
          </a:p>
        </p:txBody>
      </p:sp>
    </p:spTree>
    <p:extLst>
      <p:ext uri="{BB962C8B-B14F-4D97-AF65-F5344CB8AC3E}">
        <p14:creationId xmlns:p14="http://schemas.microsoft.com/office/powerpoint/2010/main" val="18712364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5B970-C90F-9CAC-DC0A-5ADA4A93E6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0E816A-C277-3605-E908-94D33EBE4F3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69A6789-68B5-9223-D19E-DE2B102289BC}"/>
              </a:ext>
            </a:extLst>
          </p:cNvPr>
          <p:cNvSpPr>
            <a:spLocks noGrp="1"/>
          </p:cNvSpPr>
          <p:nvPr>
            <p:ph type="body" idx="1"/>
          </p:nvPr>
        </p:nvSpPr>
        <p:spPr/>
        <p:txBody>
          <a:bodyPr/>
          <a:lstStyle/>
          <a:p>
            <a:r>
              <a:rPr lang="en-US"/>
              <a:t>
---
The UK Rail Analytics Project aims to establish a verifiable correlation between operational performance metrics, specifically service delays, and their commercial outcomes such as revenue generation. The final deliverable is a five-page interactive Power BI dashboard that spans descriptive analysis to predictive modeling. Additionally, the project incorporates smart alerts using Power Automate to notify stakeholders of critical risk metrics like 'Revenue at Risk'. These objectives ensure that the project delivers actionable insights and supports strategic decision-making across various operational domains.
Image source: Microsoft 365 content library
</a:t>
            </a:r>
          </a:p>
        </p:txBody>
      </p:sp>
      <p:sp>
        <p:nvSpPr>
          <p:cNvPr id="4" name="Slide Number Placeholder 3">
            <a:extLst>
              <a:ext uri="{FF2B5EF4-FFF2-40B4-BE49-F238E27FC236}">
                <a16:creationId xmlns:a16="http://schemas.microsoft.com/office/drawing/2014/main" id="{66652225-9BF9-8AFA-1A9E-B11E57E13FD2}"/>
              </a:ext>
            </a:extLst>
          </p:cNvPr>
          <p:cNvSpPr>
            <a:spLocks noGrp="1"/>
          </p:cNvSpPr>
          <p:nvPr>
            <p:ph type="sldNum" sz="quarter" idx="5"/>
          </p:nvPr>
        </p:nvSpPr>
        <p:spPr/>
        <p:txBody>
          <a:bodyPr/>
          <a:lstStyle/>
          <a:p>
            <a:fld id="{E1C73847-91E4-486E-AEB4-75DBE70D506A}" type="slidenum">
              <a:t>13</a:t>
            </a:fld>
            <a:endParaRPr lang="en-US"/>
          </a:p>
        </p:txBody>
      </p:sp>
    </p:spTree>
    <p:extLst>
      <p:ext uri="{BB962C8B-B14F-4D97-AF65-F5344CB8AC3E}">
        <p14:creationId xmlns:p14="http://schemas.microsoft.com/office/powerpoint/2010/main" val="41156300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E051E-468A-0AC3-C58B-0DE17ECB67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E40381-F4AC-329B-8533-EDA764D4AF8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6D87FAC-85FB-F377-F2CC-74B96707F539}"/>
              </a:ext>
            </a:extLst>
          </p:cNvPr>
          <p:cNvSpPr>
            <a:spLocks noGrp="1"/>
          </p:cNvSpPr>
          <p:nvPr>
            <p:ph type="body" idx="1"/>
          </p:nvPr>
        </p:nvSpPr>
        <p:spPr/>
        <p:txBody>
          <a:bodyPr/>
          <a:lstStyle/>
          <a:p>
            <a:r>
              <a:rPr lang="en-US"/>
              <a:t>
---
The project is structured into five analytical phases, each corresponding to a specific dashboard page and executive objective. Phase I (Foundation) focuses on defining core KPIs and operational status. Phase II (Deep Dive) analyzes customer behavior and market segment contributions. Phase III (Correlation) quantifies financial costs of delay causes. Phase IV (Forecasting) projects future revenue trends and operational risks. Phase V (Recommendations) translates insights into strategic mandates. This structured approach ensures comprehensive coverage of performance, financial, and strategic dimensions.
Image source: Microsoft 365 content library
</a:t>
            </a:r>
          </a:p>
        </p:txBody>
      </p:sp>
      <p:sp>
        <p:nvSpPr>
          <p:cNvPr id="4" name="Slide Number Placeholder 3">
            <a:extLst>
              <a:ext uri="{FF2B5EF4-FFF2-40B4-BE49-F238E27FC236}">
                <a16:creationId xmlns:a16="http://schemas.microsoft.com/office/drawing/2014/main" id="{1DAF8E01-BCD4-D3D4-E16A-10BD58DFC493}"/>
              </a:ext>
            </a:extLst>
          </p:cNvPr>
          <p:cNvSpPr>
            <a:spLocks noGrp="1"/>
          </p:cNvSpPr>
          <p:nvPr>
            <p:ph type="sldNum" sz="quarter" idx="5"/>
          </p:nvPr>
        </p:nvSpPr>
        <p:spPr/>
        <p:txBody>
          <a:bodyPr/>
          <a:lstStyle/>
          <a:p>
            <a:fld id="{E1C73847-91E4-486E-AEB4-75DBE70D506A}" type="slidenum">
              <a:t>14</a:t>
            </a:fld>
            <a:endParaRPr lang="en-US"/>
          </a:p>
        </p:txBody>
      </p:sp>
    </p:spTree>
    <p:extLst>
      <p:ext uri="{BB962C8B-B14F-4D97-AF65-F5344CB8AC3E}">
        <p14:creationId xmlns:p14="http://schemas.microsoft.com/office/powerpoint/2010/main" val="18791520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52103-EF10-E700-CC66-11D1EB0F9F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F4498E-A4E2-F665-E27C-620EA17B9DD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09EB48D-7213-D521-4555-987DC72FC1BA}"/>
              </a:ext>
            </a:extLst>
          </p:cNvPr>
          <p:cNvSpPr>
            <a:spLocks noGrp="1"/>
          </p:cNvSpPr>
          <p:nvPr>
            <p:ph type="body" idx="1"/>
          </p:nvPr>
        </p:nvSpPr>
        <p:spPr/>
        <p:txBody>
          <a:bodyPr/>
          <a:lstStyle/>
          <a:p>
            <a:r>
              <a:rPr lang="en-US" dirty="0"/>
              <a:t>
---
The project is structured into five analytical phases, each corresponding to a specific dashboard page and executive objective. Phase I (Foundation) focuses on defining core KPIs and operational status. Phase II (Deep Dive) analyzes customer behavior and market segment contributions. Phase III (Correlation) quantifies financial costs of delay causes. Phase IV (Forecasting) projects future revenue trends and operational risks. Phase V (Recommendations) translates insights into strategic mandates. This structured approach ensures comprehensive coverage of performance, financial, and strategic dimensions.
Image source: Microsoft 365 content library
</a:t>
            </a:r>
          </a:p>
        </p:txBody>
      </p:sp>
      <p:sp>
        <p:nvSpPr>
          <p:cNvPr id="4" name="Slide Number Placeholder 3">
            <a:extLst>
              <a:ext uri="{FF2B5EF4-FFF2-40B4-BE49-F238E27FC236}">
                <a16:creationId xmlns:a16="http://schemas.microsoft.com/office/drawing/2014/main" id="{EB607FBE-BB15-C2BA-D4D9-4AC85BECFD35}"/>
              </a:ext>
            </a:extLst>
          </p:cNvPr>
          <p:cNvSpPr>
            <a:spLocks noGrp="1"/>
          </p:cNvSpPr>
          <p:nvPr>
            <p:ph type="sldNum" sz="quarter" idx="5"/>
          </p:nvPr>
        </p:nvSpPr>
        <p:spPr/>
        <p:txBody>
          <a:bodyPr/>
          <a:lstStyle/>
          <a:p>
            <a:fld id="{E1C73847-91E4-486E-AEB4-75DBE70D506A}" type="slidenum">
              <a:t>15</a:t>
            </a:fld>
            <a:endParaRPr lang="en-US"/>
          </a:p>
        </p:txBody>
      </p:sp>
    </p:spTree>
    <p:extLst>
      <p:ext uri="{BB962C8B-B14F-4D97-AF65-F5344CB8AC3E}">
        <p14:creationId xmlns:p14="http://schemas.microsoft.com/office/powerpoint/2010/main" val="17568348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2D9F9-F552-14B4-B9DD-304E5B11B6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7577C-327F-C5F2-17ED-8E744F30CDF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BDDE264-0F1E-59AC-A912-E4F87014DA9D}"/>
              </a:ext>
            </a:extLst>
          </p:cNvPr>
          <p:cNvSpPr>
            <a:spLocks noGrp="1"/>
          </p:cNvSpPr>
          <p:nvPr>
            <p:ph type="body" idx="1"/>
          </p:nvPr>
        </p:nvSpPr>
        <p:spPr/>
        <p:txBody>
          <a:bodyPr/>
          <a:lstStyle/>
          <a:p>
            <a:r>
              <a:rPr lang="en-US" dirty="0"/>
              <a:t>
---
The project is structured into five analytical phases, each corresponding to a specific dashboard page and executive objective. Phase I (Foundation) focuses on defining core KPIs and operational status. Phase II (Deep Dive) analyzes customer behavior and market segment contributions. Phase III (Correlation) quantifies financial costs of delay causes. Phase IV (Forecasting) projects future revenue trends and operational risks. Phase V (Recommendations) translates insights into strategic mandates. This structured approach ensures comprehensive coverage of performance, financial, and strategic dimensions.
Image source: Microsoft 365 content library
</a:t>
            </a:r>
          </a:p>
        </p:txBody>
      </p:sp>
      <p:sp>
        <p:nvSpPr>
          <p:cNvPr id="4" name="Slide Number Placeholder 3">
            <a:extLst>
              <a:ext uri="{FF2B5EF4-FFF2-40B4-BE49-F238E27FC236}">
                <a16:creationId xmlns:a16="http://schemas.microsoft.com/office/drawing/2014/main" id="{80E5BA84-18B9-06DA-5417-6DD7C656906A}"/>
              </a:ext>
            </a:extLst>
          </p:cNvPr>
          <p:cNvSpPr>
            <a:spLocks noGrp="1"/>
          </p:cNvSpPr>
          <p:nvPr>
            <p:ph type="sldNum" sz="quarter" idx="5"/>
          </p:nvPr>
        </p:nvSpPr>
        <p:spPr/>
        <p:txBody>
          <a:bodyPr/>
          <a:lstStyle/>
          <a:p>
            <a:fld id="{E1C73847-91E4-486E-AEB4-75DBE70D506A}" type="slidenum">
              <a:t>16</a:t>
            </a:fld>
            <a:endParaRPr lang="en-US"/>
          </a:p>
        </p:txBody>
      </p:sp>
    </p:spTree>
    <p:extLst>
      <p:ext uri="{BB962C8B-B14F-4D97-AF65-F5344CB8AC3E}">
        <p14:creationId xmlns:p14="http://schemas.microsoft.com/office/powerpoint/2010/main" val="38829579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584EF-822B-BC08-3BDC-1767B26A5E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195030-101A-6D88-5A98-BD323141F04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91AEB44-8ACA-9C8E-F09F-580890F5788B}"/>
              </a:ext>
            </a:extLst>
          </p:cNvPr>
          <p:cNvSpPr>
            <a:spLocks noGrp="1"/>
          </p:cNvSpPr>
          <p:nvPr>
            <p:ph type="body" idx="1"/>
          </p:nvPr>
        </p:nvSpPr>
        <p:spPr/>
        <p:txBody>
          <a:bodyPr/>
          <a:lstStyle/>
          <a:p>
            <a:r>
              <a:rPr lang="en-US" dirty="0"/>
              <a:t>
---
The project is structured into five analytical phases, each corresponding to a specific dashboard page and executive objective. Phase I (Foundation) focuses on defining core KPIs and operational status. Phase II (Deep Dive) analyzes customer behavior and market segment contributions. Phase III (Correlation) quantifies financial costs of delay causes. Phase IV (Forecasting) projects future revenue trends and operational risks. Phase V (Recommendations) translates insights into strategic mandates. This structured approach ensures comprehensive coverage of performance, financial, and strategic dimensions.
Image source: Microsoft 365 content library
</a:t>
            </a:r>
          </a:p>
        </p:txBody>
      </p:sp>
      <p:sp>
        <p:nvSpPr>
          <p:cNvPr id="4" name="Slide Number Placeholder 3">
            <a:extLst>
              <a:ext uri="{FF2B5EF4-FFF2-40B4-BE49-F238E27FC236}">
                <a16:creationId xmlns:a16="http://schemas.microsoft.com/office/drawing/2014/main" id="{BD83BC5A-B4DC-2055-383D-C17992FDABF6}"/>
              </a:ext>
            </a:extLst>
          </p:cNvPr>
          <p:cNvSpPr>
            <a:spLocks noGrp="1"/>
          </p:cNvSpPr>
          <p:nvPr>
            <p:ph type="sldNum" sz="quarter" idx="5"/>
          </p:nvPr>
        </p:nvSpPr>
        <p:spPr/>
        <p:txBody>
          <a:bodyPr/>
          <a:lstStyle/>
          <a:p>
            <a:fld id="{E1C73847-91E4-486E-AEB4-75DBE70D506A}" type="slidenum">
              <a:t>17</a:t>
            </a:fld>
            <a:endParaRPr lang="en-US"/>
          </a:p>
        </p:txBody>
      </p:sp>
    </p:spTree>
    <p:extLst>
      <p:ext uri="{BB962C8B-B14F-4D97-AF65-F5344CB8AC3E}">
        <p14:creationId xmlns:p14="http://schemas.microsoft.com/office/powerpoint/2010/main" val="23956121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61C7A-95D1-DF26-8483-CEC4F58C20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80A13D-A54E-550E-A1F6-E42111F2AE7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2E97FCA-C865-2433-67C9-586B571A1120}"/>
              </a:ext>
            </a:extLst>
          </p:cNvPr>
          <p:cNvSpPr>
            <a:spLocks noGrp="1"/>
          </p:cNvSpPr>
          <p:nvPr>
            <p:ph type="body" idx="1"/>
          </p:nvPr>
        </p:nvSpPr>
        <p:spPr/>
        <p:txBody>
          <a:bodyPr/>
          <a:lstStyle/>
          <a:p>
            <a:r>
              <a:rPr lang="en-US" dirty="0"/>
              <a:t>
---
The project is structured into five analytical phases, each corresponding to a specific dashboard page and executive objective. Phase I (Foundation) focuses on defining core KPIs and operational status. Phase II (Deep Dive) analyzes customer behavior and market segment contributions. Phase III (Correlation) quantifies financial costs of delay causes. Phase IV (Forecasting) projects future revenue trends and operational risks. Phase V (Recommendations) translates insights into strategic mandates. This structured approach ensures comprehensive coverage of performance, financial, and strategic dimensions.
Image source: Microsoft 365 content library
</a:t>
            </a:r>
          </a:p>
        </p:txBody>
      </p:sp>
      <p:sp>
        <p:nvSpPr>
          <p:cNvPr id="4" name="Slide Number Placeholder 3">
            <a:extLst>
              <a:ext uri="{FF2B5EF4-FFF2-40B4-BE49-F238E27FC236}">
                <a16:creationId xmlns:a16="http://schemas.microsoft.com/office/drawing/2014/main" id="{1C0947D1-0CD1-9E61-59F6-9123B626BB69}"/>
              </a:ext>
            </a:extLst>
          </p:cNvPr>
          <p:cNvSpPr>
            <a:spLocks noGrp="1"/>
          </p:cNvSpPr>
          <p:nvPr>
            <p:ph type="sldNum" sz="quarter" idx="5"/>
          </p:nvPr>
        </p:nvSpPr>
        <p:spPr/>
        <p:txBody>
          <a:bodyPr/>
          <a:lstStyle/>
          <a:p>
            <a:fld id="{E1C73847-91E4-486E-AEB4-75DBE70D506A}" type="slidenum">
              <a:t>18</a:t>
            </a:fld>
            <a:endParaRPr lang="en-US"/>
          </a:p>
        </p:txBody>
      </p:sp>
    </p:spTree>
    <p:extLst>
      <p:ext uri="{BB962C8B-B14F-4D97-AF65-F5344CB8AC3E}">
        <p14:creationId xmlns:p14="http://schemas.microsoft.com/office/powerpoint/2010/main" val="33160096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3B062-0349-D3BA-7A98-482A4B2A7E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8F7DC2-D8B4-9437-6816-635AEAA1D95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0CB1B7C-B8AC-168B-2B2A-C24C738C2E22}"/>
              </a:ext>
            </a:extLst>
          </p:cNvPr>
          <p:cNvSpPr>
            <a:spLocks noGrp="1"/>
          </p:cNvSpPr>
          <p:nvPr>
            <p:ph type="body" idx="1"/>
          </p:nvPr>
        </p:nvSpPr>
        <p:spPr/>
        <p:txBody>
          <a:bodyPr/>
          <a:lstStyle/>
          <a:p>
            <a:r>
              <a:rPr lang="en-US"/>
              <a:t>
---
The UK Rail Analytics Project aims to establish a verifiable correlation between operational performance metrics, specifically service delays, and their commercial outcomes such as revenue generation. The final deliverable is a five-page interactive Power BI dashboard that spans descriptive analysis to predictive modeling. Additionally, the project incorporates smart alerts using Power Automate to notify stakeholders of critical risk metrics like 'Revenue at Risk'. These objectives ensure that the project delivers actionable insights and supports strategic decision-making across various operational domains.
Image source: Microsoft 365 content library
</a:t>
            </a:r>
          </a:p>
        </p:txBody>
      </p:sp>
      <p:sp>
        <p:nvSpPr>
          <p:cNvPr id="4" name="Slide Number Placeholder 3">
            <a:extLst>
              <a:ext uri="{FF2B5EF4-FFF2-40B4-BE49-F238E27FC236}">
                <a16:creationId xmlns:a16="http://schemas.microsoft.com/office/drawing/2014/main" id="{B681DAFF-1AA1-5BB8-A75E-7C687521E7AE}"/>
              </a:ext>
            </a:extLst>
          </p:cNvPr>
          <p:cNvSpPr>
            <a:spLocks noGrp="1"/>
          </p:cNvSpPr>
          <p:nvPr>
            <p:ph type="sldNum" sz="quarter" idx="5"/>
          </p:nvPr>
        </p:nvSpPr>
        <p:spPr/>
        <p:txBody>
          <a:bodyPr/>
          <a:lstStyle/>
          <a:p>
            <a:fld id="{E1C73847-91E4-486E-AEB4-75DBE70D506A}" type="slidenum">
              <a:t>19</a:t>
            </a:fld>
            <a:endParaRPr lang="en-US"/>
          </a:p>
        </p:txBody>
      </p:sp>
    </p:spTree>
    <p:extLst>
      <p:ext uri="{BB962C8B-B14F-4D97-AF65-F5344CB8AC3E}">
        <p14:creationId xmlns:p14="http://schemas.microsoft.com/office/powerpoint/2010/main" val="20641361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90CF6-340D-D9AF-A153-54AF56D601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EA4020-1E85-D204-D474-F444458348B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F994245-7515-7F75-84A9-2569CB91237A}"/>
              </a:ext>
            </a:extLst>
          </p:cNvPr>
          <p:cNvSpPr>
            <a:spLocks noGrp="1"/>
          </p:cNvSpPr>
          <p:nvPr>
            <p:ph type="body" idx="1"/>
          </p:nvPr>
        </p:nvSpPr>
        <p:spPr/>
        <p:txBody>
          <a:bodyPr/>
          <a:lstStyle/>
          <a:p>
            <a:r>
              <a:rPr lang="en-US"/>
              <a:t>
---
The UK Rail Analytics Project aims to establish a verifiable correlation between operational performance metrics, specifically service delays, and their commercial outcomes such as revenue generation. The final deliverable is a five-page interactive Power BI dashboard that spans descriptive analysis to predictive modeling. Additionally, the project incorporates smart alerts using Power Automate to notify stakeholders of critical risk metrics like 'Revenue at Risk'. These objectives ensure that the project delivers actionable insights and supports strategic decision-making across various operational domains.
Image source: Microsoft 365 content library
</a:t>
            </a:r>
          </a:p>
        </p:txBody>
      </p:sp>
      <p:sp>
        <p:nvSpPr>
          <p:cNvPr id="4" name="Slide Number Placeholder 3">
            <a:extLst>
              <a:ext uri="{FF2B5EF4-FFF2-40B4-BE49-F238E27FC236}">
                <a16:creationId xmlns:a16="http://schemas.microsoft.com/office/drawing/2014/main" id="{14344B83-F331-A93D-B511-558BEEADF71E}"/>
              </a:ext>
            </a:extLst>
          </p:cNvPr>
          <p:cNvSpPr>
            <a:spLocks noGrp="1"/>
          </p:cNvSpPr>
          <p:nvPr>
            <p:ph type="sldNum" sz="quarter" idx="5"/>
          </p:nvPr>
        </p:nvSpPr>
        <p:spPr/>
        <p:txBody>
          <a:bodyPr/>
          <a:lstStyle/>
          <a:p>
            <a:fld id="{E1C73847-91E4-486E-AEB4-75DBE70D506A}" type="slidenum">
              <a:t>20</a:t>
            </a:fld>
            <a:endParaRPr lang="en-US"/>
          </a:p>
        </p:txBody>
      </p:sp>
    </p:spTree>
    <p:extLst>
      <p:ext uri="{BB962C8B-B14F-4D97-AF65-F5344CB8AC3E}">
        <p14:creationId xmlns:p14="http://schemas.microsoft.com/office/powerpoint/2010/main" val="39053018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CB60D-28BE-A01F-18C3-6EFC457681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062CB-87B7-09E2-79E0-F684DB53FEE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5C6D0FF-3440-5219-3B44-57F5555FC276}"/>
              </a:ext>
            </a:extLst>
          </p:cNvPr>
          <p:cNvSpPr>
            <a:spLocks noGrp="1"/>
          </p:cNvSpPr>
          <p:nvPr>
            <p:ph type="body" idx="1"/>
          </p:nvPr>
        </p:nvSpPr>
        <p:spPr/>
        <p:txBody>
          <a:bodyPr/>
          <a:lstStyle/>
          <a:p>
            <a:r>
              <a:rPr lang="en-US"/>
              <a:t>
---
The project is structured into five analytical phases, each corresponding to a specific dashboard page and executive objective. Phase I (Foundation) focuses on defining core KPIs and operational status. Phase II (Deep Dive) analyzes customer behavior and market segment contributions. Phase III (Correlation) quantifies financial costs of delay causes. Phase IV (Forecasting) projects future revenue trends and operational risks. Phase V (Recommendations) translates insights into strategic mandates. This structured approach ensures comprehensive coverage of performance, financial, and strategic dimensions.
Image source: Microsoft 365 content library
</a:t>
            </a:r>
          </a:p>
        </p:txBody>
      </p:sp>
      <p:sp>
        <p:nvSpPr>
          <p:cNvPr id="4" name="Slide Number Placeholder 3">
            <a:extLst>
              <a:ext uri="{FF2B5EF4-FFF2-40B4-BE49-F238E27FC236}">
                <a16:creationId xmlns:a16="http://schemas.microsoft.com/office/drawing/2014/main" id="{5D8AE892-C654-A69D-15C8-7AA248E1B5FC}"/>
              </a:ext>
            </a:extLst>
          </p:cNvPr>
          <p:cNvSpPr>
            <a:spLocks noGrp="1"/>
          </p:cNvSpPr>
          <p:nvPr>
            <p:ph type="sldNum" sz="quarter" idx="5"/>
          </p:nvPr>
        </p:nvSpPr>
        <p:spPr/>
        <p:txBody>
          <a:bodyPr/>
          <a:lstStyle/>
          <a:p>
            <a:fld id="{E1C73847-91E4-486E-AEB4-75DBE70D506A}" type="slidenum">
              <a:t>21</a:t>
            </a:fld>
            <a:endParaRPr lang="en-US"/>
          </a:p>
        </p:txBody>
      </p:sp>
    </p:spTree>
    <p:extLst>
      <p:ext uri="{BB962C8B-B14F-4D97-AF65-F5344CB8AC3E}">
        <p14:creationId xmlns:p14="http://schemas.microsoft.com/office/powerpoint/2010/main" val="11518191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68061-B2D5-3B6B-03F6-A0B7E1F31F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63BC59-A37A-1AAF-4ED7-95F3A320637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12C58C0-5FF7-20F1-311E-9FDA14AE814D}"/>
              </a:ext>
            </a:extLst>
          </p:cNvPr>
          <p:cNvSpPr>
            <a:spLocks noGrp="1"/>
          </p:cNvSpPr>
          <p:nvPr>
            <p:ph type="body" idx="1"/>
          </p:nvPr>
        </p:nvSpPr>
        <p:spPr/>
        <p:txBody>
          <a:bodyPr/>
          <a:lstStyle/>
          <a:p>
            <a:r>
              <a:rPr lang="en-US"/>
              <a:t>
---
The project is structured into five analytical phases, each corresponding to a specific dashboard page and executive objective. Phase I (Foundation) focuses on defining core KPIs and operational status. Phase II (Deep Dive) analyzes customer behavior and market segment contributions. Phase III (Correlation) quantifies financial costs of delay causes. Phase IV (Forecasting) projects future revenue trends and operational risks. Phase V (Recommendations) translates insights into strategic mandates. This structured approach ensures comprehensive coverage of performance, financial, and strategic dimensions.
Image source: Microsoft 365 content library
</a:t>
            </a:r>
          </a:p>
        </p:txBody>
      </p:sp>
      <p:sp>
        <p:nvSpPr>
          <p:cNvPr id="4" name="Slide Number Placeholder 3">
            <a:extLst>
              <a:ext uri="{FF2B5EF4-FFF2-40B4-BE49-F238E27FC236}">
                <a16:creationId xmlns:a16="http://schemas.microsoft.com/office/drawing/2014/main" id="{126E1125-69DA-2C9A-9E9C-8DE6F933A35B}"/>
              </a:ext>
            </a:extLst>
          </p:cNvPr>
          <p:cNvSpPr>
            <a:spLocks noGrp="1"/>
          </p:cNvSpPr>
          <p:nvPr>
            <p:ph type="sldNum" sz="quarter" idx="5"/>
          </p:nvPr>
        </p:nvSpPr>
        <p:spPr/>
        <p:txBody>
          <a:bodyPr/>
          <a:lstStyle/>
          <a:p>
            <a:fld id="{E1C73847-91E4-486E-AEB4-75DBE70D506A}" type="slidenum">
              <a:t>22</a:t>
            </a:fld>
            <a:endParaRPr lang="en-US"/>
          </a:p>
        </p:txBody>
      </p:sp>
    </p:spTree>
    <p:extLst>
      <p:ext uri="{BB962C8B-B14F-4D97-AF65-F5344CB8AC3E}">
        <p14:creationId xmlns:p14="http://schemas.microsoft.com/office/powerpoint/2010/main" val="41564198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5ECAE-0581-2B15-B988-FA10D425C4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F6A361-D2BB-5608-E5CC-F161AB032E1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76682A1-FD76-329A-FF1B-51754F5A0B0B}"/>
              </a:ext>
            </a:extLst>
          </p:cNvPr>
          <p:cNvSpPr>
            <a:spLocks noGrp="1"/>
          </p:cNvSpPr>
          <p:nvPr>
            <p:ph type="body" idx="1"/>
          </p:nvPr>
        </p:nvSpPr>
        <p:spPr/>
        <p:txBody>
          <a:bodyPr/>
          <a:lstStyle/>
          <a:p>
            <a:r>
              <a:rPr lang="en-US"/>
              <a:t>
---
The project is structured into five analytical phases, each corresponding to a specific dashboard page and executive objective. Phase I (Foundation) focuses on defining core KPIs and operational status. Phase II (Deep Dive) analyzes customer behavior and market segment contributions. Phase III (Correlation) quantifies financial costs of delay causes. Phase IV (Forecasting) projects future revenue trends and operational risks. Phase V (Recommendations) translates insights into strategic mandates. This structured approach ensures comprehensive coverage of performance, financial, and strategic dimensions.
Image source: Microsoft 365 content library
</a:t>
            </a:r>
          </a:p>
        </p:txBody>
      </p:sp>
      <p:sp>
        <p:nvSpPr>
          <p:cNvPr id="4" name="Slide Number Placeholder 3">
            <a:extLst>
              <a:ext uri="{FF2B5EF4-FFF2-40B4-BE49-F238E27FC236}">
                <a16:creationId xmlns:a16="http://schemas.microsoft.com/office/drawing/2014/main" id="{18A7BEE5-4BB3-1D1D-88A9-B4FD8F482758}"/>
              </a:ext>
            </a:extLst>
          </p:cNvPr>
          <p:cNvSpPr>
            <a:spLocks noGrp="1"/>
          </p:cNvSpPr>
          <p:nvPr>
            <p:ph type="sldNum" sz="quarter" idx="5"/>
          </p:nvPr>
        </p:nvSpPr>
        <p:spPr/>
        <p:txBody>
          <a:bodyPr/>
          <a:lstStyle/>
          <a:p>
            <a:fld id="{E1C73847-91E4-486E-AEB4-75DBE70D506A}" type="slidenum">
              <a:t>23</a:t>
            </a:fld>
            <a:endParaRPr lang="en-US"/>
          </a:p>
        </p:txBody>
      </p:sp>
    </p:spTree>
    <p:extLst>
      <p:ext uri="{BB962C8B-B14F-4D97-AF65-F5344CB8AC3E}">
        <p14:creationId xmlns:p14="http://schemas.microsoft.com/office/powerpoint/2010/main" val="26739255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8A180-09FE-1CC1-A774-317D49339B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150A39-94FC-5964-3542-9DC574E3E3D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D3F0978-5070-36F5-5E77-67C6D4C33F1D}"/>
              </a:ext>
            </a:extLst>
          </p:cNvPr>
          <p:cNvSpPr>
            <a:spLocks noGrp="1"/>
          </p:cNvSpPr>
          <p:nvPr>
            <p:ph type="body" idx="1"/>
          </p:nvPr>
        </p:nvSpPr>
        <p:spPr/>
        <p:txBody>
          <a:bodyPr/>
          <a:lstStyle/>
          <a:p>
            <a:r>
              <a:rPr lang="en-US"/>
              <a:t>
---
The UK Rail Analytics Project aims to establish a verifiable correlation between operational performance metrics, specifically service delays, and their commercial outcomes such as revenue generation. The final deliverable is a five-page interactive Power BI dashboard that spans descriptive analysis to predictive modeling. Additionally, the project incorporates smart alerts using Power Automate to notify stakeholders of critical risk metrics like 'Revenue at Risk'. These objectives ensure that the project delivers actionable insights and supports strategic decision-making across various operational domains.
Image source: Microsoft 365 content library
</a:t>
            </a:r>
          </a:p>
        </p:txBody>
      </p:sp>
      <p:sp>
        <p:nvSpPr>
          <p:cNvPr id="4" name="Slide Number Placeholder 3">
            <a:extLst>
              <a:ext uri="{FF2B5EF4-FFF2-40B4-BE49-F238E27FC236}">
                <a16:creationId xmlns:a16="http://schemas.microsoft.com/office/drawing/2014/main" id="{DF84B97C-9BCB-320B-9B04-66485B1AA805}"/>
              </a:ext>
            </a:extLst>
          </p:cNvPr>
          <p:cNvSpPr>
            <a:spLocks noGrp="1"/>
          </p:cNvSpPr>
          <p:nvPr>
            <p:ph type="sldNum" sz="quarter" idx="5"/>
          </p:nvPr>
        </p:nvSpPr>
        <p:spPr/>
        <p:txBody>
          <a:bodyPr/>
          <a:lstStyle/>
          <a:p>
            <a:fld id="{E1C73847-91E4-486E-AEB4-75DBE70D506A}" type="slidenum">
              <a:t>24</a:t>
            </a:fld>
            <a:endParaRPr lang="en-US"/>
          </a:p>
        </p:txBody>
      </p:sp>
    </p:spTree>
    <p:extLst>
      <p:ext uri="{BB962C8B-B14F-4D97-AF65-F5344CB8AC3E}">
        <p14:creationId xmlns:p14="http://schemas.microsoft.com/office/powerpoint/2010/main" val="34897570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The Foundation phase establishes the core KPIs that define the current operational status of the UK rail system. It identifies high-volume routes and evaluates whether performance metrics are above target. This phase sets the baseline for subsequent analysis by providing a clear picture of existing conditions and performance benchmarks. It is critical for understanding where improvements are needed and for contextualizing deeper analytical insights in later phases.
Image source: Microsoft 365 content library
</a:t>
            </a:r>
          </a:p>
        </p:txBody>
      </p:sp>
      <p:sp>
        <p:nvSpPr>
          <p:cNvPr id="4" name="Slide Number Placeholder 3"/>
          <p:cNvSpPr>
            <a:spLocks noGrp="1"/>
          </p:cNvSpPr>
          <p:nvPr>
            <p:ph type="sldNum" sz="quarter" idx="5"/>
          </p:nvPr>
        </p:nvSpPr>
        <p:spPr/>
        <p:txBody>
          <a:bodyPr/>
          <a:lstStyle/>
          <a:p>
            <a:fld id="{E1C73847-91E4-486E-AEB4-75DBE70D506A}" type="slidenum">
              <a:t>25</a:t>
            </a:fld>
            <a:endParaRPr lang="en-US"/>
          </a:p>
        </p:txBody>
      </p:sp>
    </p:spTree>
    <p:extLst>
      <p:ext uri="{BB962C8B-B14F-4D97-AF65-F5344CB8AC3E}">
        <p14:creationId xmlns:p14="http://schemas.microsoft.com/office/powerpoint/2010/main" val="36429981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useBgFill="1">
        <p:nvSpPr>
          <p:cNvPr id="15" name="Oval 14">
            <a:extLst>
              <a:ext uri="{FF2B5EF4-FFF2-40B4-BE49-F238E27FC236}">
                <a16:creationId xmlns:a16="http://schemas.microsoft.com/office/drawing/2014/main" id="{D9699E7E-EA95-258E-EE85-5B6712A5D963}"/>
              </a:ext>
              <a:ext uri="{C183D7F6-B498-43B3-948B-1728B52AA6E4}">
                <adec:decorative xmlns:adec="http://schemas.microsoft.com/office/drawing/2017/decorative" val="1"/>
              </a:ext>
            </a:extLst>
          </p:cNvPr>
          <p:cNvSpPr/>
          <p:nvPr/>
        </p:nvSpPr>
        <p:spPr>
          <a:xfrm>
            <a:off x="695096" y="1082040"/>
            <a:ext cx="4692243" cy="469224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8136" y="2212848"/>
            <a:ext cx="3941064" cy="1426464"/>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27048" y="4251960"/>
            <a:ext cx="3044952" cy="877824"/>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Picture Placeholder 12">
            <a:extLst>
              <a:ext uri="{FF2B5EF4-FFF2-40B4-BE49-F238E27FC236}">
                <a16:creationId xmlns:a16="http://schemas.microsoft.com/office/drawing/2014/main" id="{360E5C64-41A3-7E7F-EE42-A3FC02532B17}"/>
              </a:ext>
            </a:extLst>
          </p:cNvPr>
          <p:cNvSpPr>
            <a:spLocks noGrp="1"/>
          </p:cNvSpPr>
          <p:nvPr>
            <p:ph type="pic" sz="quarter" idx="13" hasCustomPrompt="1"/>
          </p:nvPr>
        </p:nvSpPr>
        <p:spPr>
          <a:xfrm>
            <a:off x="0" y="0"/>
            <a:ext cx="12192000" cy="6858000"/>
          </a:xfrm>
          <a:custGeom>
            <a:avLst/>
            <a:gdLst>
              <a:gd name="connsiteX0" fmla="*/ 3048000 w 12192000"/>
              <a:gd name="connsiteY0" fmla="*/ 1114197 h 6858000"/>
              <a:gd name="connsiteX1" fmla="*/ 733197 w 12192000"/>
              <a:gd name="connsiteY1" fmla="*/ 3429000 h 6858000"/>
              <a:gd name="connsiteX2" fmla="*/ 3048000 w 12192000"/>
              <a:gd name="connsiteY2" fmla="*/ 5743803 h 6858000"/>
              <a:gd name="connsiteX3" fmla="*/ 5362803 w 12192000"/>
              <a:gd name="connsiteY3" fmla="*/ 3429000 h 6858000"/>
              <a:gd name="connsiteX4" fmla="*/ 3048000 w 12192000"/>
              <a:gd name="connsiteY4" fmla="*/ 1114197 h 6858000"/>
              <a:gd name="connsiteX5" fmla="*/ 0 w 12192000"/>
              <a:gd name="connsiteY5" fmla="*/ 0 h 6858000"/>
              <a:gd name="connsiteX6" fmla="*/ 12192000 w 12192000"/>
              <a:gd name="connsiteY6" fmla="*/ 0 h 6858000"/>
              <a:gd name="connsiteX7" fmla="*/ 12192000 w 12192000"/>
              <a:gd name="connsiteY7" fmla="*/ 6858000 h 6858000"/>
              <a:gd name="connsiteX8" fmla="*/ 0 w 121920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8000">
                <a:moveTo>
                  <a:pt x="3048000" y="1114197"/>
                </a:moveTo>
                <a:cubicBezTo>
                  <a:pt x="1769570" y="1114197"/>
                  <a:pt x="733197" y="2150570"/>
                  <a:pt x="733197" y="3429000"/>
                </a:cubicBezTo>
                <a:cubicBezTo>
                  <a:pt x="733197" y="4707430"/>
                  <a:pt x="1769570" y="5743803"/>
                  <a:pt x="3048000" y="5743803"/>
                </a:cubicBezTo>
                <a:cubicBezTo>
                  <a:pt x="4326430" y="5743803"/>
                  <a:pt x="5362803" y="4707430"/>
                  <a:pt x="5362803" y="3429000"/>
                </a:cubicBezTo>
                <a:cubicBezTo>
                  <a:pt x="5362803" y="2150570"/>
                  <a:pt x="4326430" y="1114197"/>
                  <a:pt x="3048000" y="1114197"/>
                </a:cubicBezTo>
                <a:close/>
                <a:moveTo>
                  <a:pt x="0" y="0"/>
                </a:moveTo>
                <a:lnTo>
                  <a:pt x="12192000" y="0"/>
                </a:lnTo>
                <a:lnTo>
                  <a:pt x="12192000"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C57A2E3A-6DE5-8378-A089-49E8A2E29D17}"/>
              </a:ext>
              <a:ext uri="{C183D7F6-B498-43B3-948B-1728B52AA6E4}">
                <adec:decorative xmlns:adec="http://schemas.microsoft.com/office/drawing/2017/decorative" val="1"/>
              </a:ext>
            </a:extLst>
          </p:cNvPr>
          <p:cNvCxnSpPr>
            <a:cxnSpLocks/>
          </p:cNvCxnSpPr>
          <p:nvPr/>
        </p:nvCxnSpPr>
        <p:spPr>
          <a:xfrm>
            <a:off x="2562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09FA0CB7-81FD-E5AB-555F-E1C775A249E1}"/>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214A870A-A927-4B80-CF98-DCEAE185B2E6}"/>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a:p>
        </p:txBody>
      </p:sp>
      <p:sp>
        <p:nvSpPr>
          <p:cNvPr id="7" name="Date Placeholder 6">
            <a:extLst>
              <a:ext uri="{FF2B5EF4-FFF2-40B4-BE49-F238E27FC236}">
                <a16:creationId xmlns:a16="http://schemas.microsoft.com/office/drawing/2014/main" id="{1C479C96-7BEB-F059-03DB-852A6D2778BB}"/>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13F6E6D0-87B4-4C3B-B3F0-66F0B5E50C89}" type="datetime4">
              <a:rPr lang="en-US" smtClean="0"/>
              <a:t>May 15, 2026</a:t>
            </a:fld>
            <a:endParaRPr lang="en-US"/>
          </a:p>
        </p:txBody>
      </p:sp>
    </p:spTree>
    <p:extLst>
      <p:ext uri="{BB962C8B-B14F-4D97-AF65-F5344CB8AC3E}">
        <p14:creationId xmlns:p14="http://schemas.microsoft.com/office/powerpoint/2010/main" val="40733612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402336"/>
            <a:ext cx="10570464" cy="1088136"/>
          </a:xfrm>
          <a:prstGeom prst="rect">
            <a:avLst/>
          </a:prstGeom>
        </p:spPr>
        <p:txBody>
          <a:bodyPr anchor="ctr"/>
          <a:lstStyle>
            <a:lvl1pPr>
              <a:lnSpc>
                <a:spcPct val="120000"/>
              </a:lnSpc>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771561"/>
            <a:ext cx="10570464" cy="4738237"/>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C13AFFC-4568-3E17-7C33-09B92BCA6D9E}"/>
              </a:ext>
            </a:extLst>
          </p:cNvPr>
          <p:cNvSpPr>
            <a:spLocks noGrp="1"/>
          </p:cNvSpPr>
          <p:nvPr>
            <p:ph type="ftr" sz="quarter" idx="11"/>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DDB5C042-810A-BFD3-4734-36B6D4034FEF}"/>
              </a:ext>
            </a:extLst>
          </p:cNvPr>
          <p:cNvSpPr>
            <a:spLocks noGrp="1"/>
          </p:cNvSpPr>
          <p:nvPr>
            <p:ph type="sldNum" sz="quarter" idx="12"/>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8" name="Date Placeholder 7">
            <a:extLst>
              <a:ext uri="{FF2B5EF4-FFF2-40B4-BE49-F238E27FC236}">
                <a16:creationId xmlns:a16="http://schemas.microsoft.com/office/drawing/2014/main" id="{F6179C94-72AD-605C-3C39-C90A5F2E89D3}"/>
              </a:ext>
            </a:extLst>
          </p:cNvPr>
          <p:cNvSpPr>
            <a:spLocks noGrp="1"/>
          </p:cNvSpPr>
          <p:nvPr>
            <p:ph type="dt" sz="half" idx="10"/>
          </p:nvPr>
        </p:nvSpPr>
        <p:spPr>
          <a:xfrm rot="5400000">
            <a:off x="10469880" y="4892040"/>
            <a:ext cx="2670048" cy="365760"/>
          </a:xfrm>
          <a:prstGeom prst="rect">
            <a:avLst/>
          </a:prstGeom>
        </p:spPr>
        <p:txBody>
          <a:bodyPr/>
          <a:lstStyle/>
          <a:p>
            <a:fld id="{F41A7DA3-E571-4AB8-8090-2E9CED874689}" type="datetime4">
              <a:rPr lang="en-US" smtClean="0"/>
              <a:t>May 15, 2026</a:t>
            </a:fld>
            <a:endParaRPr lang="en-US"/>
          </a:p>
        </p:txBody>
      </p:sp>
    </p:spTree>
    <p:extLst>
      <p:ext uri="{BB962C8B-B14F-4D97-AF65-F5344CB8AC3E}">
        <p14:creationId xmlns:p14="http://schemas.microsoft.com/office/powerpoint/2010/main" val="2100659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25D86B5-411C-5D53-8E6C-26B857F5B5BD}"/>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9752AE3-E97E-6381-3066-90B73D6C279A}"/>
              </a:ext>
              <a:ext uri="{C183D7F6-B498-43B3-948B-1728B52AA6E4}">
                <adec:decorative xmlns:adec="http://schemas.microsoft.com/office/drawing/2017/decorative" val="1"/>
              </a:ext>
            </a:extLst>
          </p:cNvPr>
          <p:cNvSpPr/>
          <p:nvPr/>
        </p:nvSpPr>
        <p:spPr>
          <a:xfrm>
            <a:off x="762000" y="762003"/>
            <a:ext cx="10667999" cy="53339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71FC1D47-D22E-C8B6-52EE-977FA326BC59}"/>
              </a:ext>
              <a:ext uri="{C183D7F6-B498-43B3-948B-1728B52AA6E4}">
                <adec:decorative xmlns:adec="http://schemas.microsoft.com/office/drawing/2017/decorative" val="1"/>
              </a:ext>
            </a:extLst>
          </p:cNvPr>
          <p:cNvCxnSpPr>
            <a:cxnSpLocks/>
          </p:cNvCxnSpPr>
          <p:nvPr/>
        </p:nvCxnSpPr>
        <p:spPr>
          <a:xfrm>
            <a:off x="1550741" y="45720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C20D13D9-271B-1B45-E2B5-49ADC53F7EFB}"/>
              </a:ext>
            </a:extLst>
          </p:cNvPr>
          <p:cNvSpPr/>
          <p:nvPr/>
        </p:nvSpPr>
        <p:spPr>
          <a:xfrm>
            <a:off x="6590056" y="1283542"/>
            <a:ext cx="4306824" cy="4306824"/>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45999" y="1235176"/>
            <a:ext cx="4672584" cy="2841220"/>
          </a:xfrm>
          <a:prstGeom prst="rect">
            <a:avLst/>
          </a:prstGeom>
        </p:spPr>
        <p:txBody>
          <a:bodyPr vert="horz" lIns="91440" tIns="45720" rIns="91440" bIns="45720" rtlCol="0" anchor="t">
            <a:normAutofit/>
          </a:bodyPr>
          <a:lstStyle>
            <a:lvl1pPr>
              <a:defRPr lang="en-US" sz="310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45999" y="4983480"/>
            <a:ext cx="4672584" cy="786384"/>
          </a:xfrm>
          <a:prstGeom prst="rect">
            <a:avLst/>
          </a:prstGeom>
        </p:spPr>
        <p:txBody>
          <a:bodyPr vert="horz" lIns="91440" tIns="45720" rIns="91440" bIns="45720" rtlCol="0">
            <a:normAutofit/>
          </a:bodyPr>
          <a:lstStyle>
            <a:lvl1pPr marL="0" indent="0">
              <a:buNone/>
              <a:defRPr lang="en-US" dirty="0">
                <a:solidFill>
                  <a:schemeClr val="tx1"/>
                </a:solidFill>
              </a:defRPr>
            </a:lvl1pPr>
          </a:lstStyle>
          <a:p>
            <a:pPr lvl="0"/>
            <a:r>
              <a:rPr lang="en-US"/>
              <a:t>Click to edit Master subtitle style</a:t>
            </a:r>
          </a:p>
        </p:txBody>
      </p:sp>
      <p:sp>
        <p:nvSpPr>
          <p:cNvPr id="22" name="Picture Placeholder 20">
            <a:extLst>
              <a:ext uri="{FF2B5EF4-FFF2-40B4-BE49-F238E27FC236}">
                <a16:creationId xmlns:a16="http://schemas.microsoft.com/office/drawing/2014/main" id="{FBACAA98-741E-5E01-790D-22D994E62DDB}"/>
              </a:ext>
            </a:extLst>
          </p:cNvPr>
          <p:cNvSpPr>
            <a:spLocks noGrp="1"/>
          </p:cNvSpPr>
          <p:nvPr>
            <p:ph type="pic" sz="quarter" idx="17" hasCustomPrompt="1"/>
          </p:nvPr>
        </p:nvSpPr>
        <p:spPr>
          <a:xfrm>
            <a:off x="6581777" y="1264436"/>
            <a:ext cx="4329128" cy="4329128"/>
          </a:xfrm>
          <a:custGeom>
            <a:avLst/>
            <a:gdLst>
              <a:gd name="connsiteX0" fmla="*/ 2164564 w 4329128"/>
              <a:gd name="connsiteY0" fmla="*/ 0 h 4329128"/>
              <a:gd name="connsiteX1" fmla="*/ 4329128 w 4329128"/>
              <a:gd name="connsiteY1" fmla="*/ 2164564 h 4329128"/>
              <a:gd name="connsiteX2" fmla="*/ 2164564 w 4329128"/>
              <a:gd name="connsiteY2" fmla="*/ 4329128 h 4329128"/>
              <a:gd name="connsiteX3" fmla="*/ 0 w 4329128"/>
              <a:gd name="connsiteY3" fmla="*/ 2164564 h 4329128"/>
              <a:gd name="connsiteX4" fmla="*/ 2164564 w 4329128"/>
              <a:gd name="connsiteY4" fmla="*/ 0 h 4329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9128" h="4329128">
                <a:moveTo>
                  <a:pt x="2164564" y="0"/>
                </a:moveTo>
                <a:cubicBezTo>
                  <a:pt x="3360020" y="0"/>
                  <a:pt x="4329128" y="969108"/>
                  <a:pt x="4329128" y="2164564"/>
                </a:cubicBezTo>
                <a:cubicBezTo>
                  <a:pt x="4329128" y="3360020"/>
                  <a:pt x="3360020" y="4329128"/>
                  <a:pt x="2164564" y="4329128"/>
                </a:cubicBezTo>
                <a:cubicBezTo>
                  <a:pt x="969108" y="4329128"/>
                  <a:pt x="0" y="3360020"/>
                  <a:pt x="0" y="2164564"/>
                </a:cubicBezTo>
                <a:cubicBezTo>
                  <a:pt x="0" y="969108"/>
                  <a:pt x="969108" y="0"/>
                  <a:pt x="2164564" y="0"/>
                </a:cubicBezTo>
                <a:close/>
              </a:path>
            </a:pathLst>
          </a:custGeom>
          <a:blipFill dpi="0" rotWithShape="1">
            <a:blip r:embed="rId2">
              <a:alphaModFix amt="85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1CC8C939-7FAD-347B-1591-43D9B3231526}"/>
              </a:ext>
            </a:extLst>
          </p:cNvPr>
          <p:cNvSpPr>
            <a:spLocks noGrp="1"/>
          </p:cNvSpPr>
          <p:nvPr>
            <p:ph type="ftr" sz="quarter" idx="19"/>
          </p:nvPr>
        </p:nvSpPr>
        <p:spPr/>
        <p:txBody>
          <a:bodyPr/>
          <a:lstStyle>
            <a:lvl1pPr>
              <a:defRPr>
                <a:solidFill>
                  <a:schemeClr val="bg1"/>
                </a:solidFill>
              </a:defRPr>
            </a:lvl1pPr>
          </a:lstStyle>
          <a:p>
            <a:r>
              <a:rPr lang="en-US"/>
              <a:t>Sample Footer Text</a:t>
            </a:r>
          </a:p>
        </p:txBody>
      </p:sp>
      <p:sp>
        <p:nvSpPr>
          <p:cNvPr id="6" name="Slide Number Placeholder 5">
            <a:extLst>
              <a:ext uri="{FF2B5EF4-FFF2-40B4-BE49-F238E27FC236}">
                <a16:creationId xmlns:a16="http://schemas.microsoft.com/office/drawing/2014/main" id="{85AAACDE-68BE-0B6C-22AE-1B3B232E2964}"/>
              </a:ext>
            </a:extLst>
          </p:cNvPr>
          <p:cNvSpPr>
            <a:spLocks noGrp="1"/>
          </p:cNvSpPr>
          <p:nvPr>
            <p:ph type="sldNum" sz="quarter" idx="20"/>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4" name="Date Placeholder 3">
            <a:extLst>
              <a:ext uri="{FF2B5EF4-FFF2-40B4-BE49-F238E27FC236}">
                <a16:creationId xmlns:a16="http://schemas.microsoft.com/office/drawing/2014/main" id="{AFD31B72-8374-965C-518F-8B0878FD79D0}"/>
              </a:ext>
            </a:extLst>
          </p:cNvPr>
          <p:cNvSpPr>
            <a:spLocks noGrp="1"/>
          </p:cNvSpPr>
          <p:nvPr>
            <p:ph type="dt" sz="half" idx="18"/>
          </p:nvPr>
        </p:nvSpPr>
        <p:spPr/>
        <p:txBody>
          <a:bodyPr/>
          <a:lstStyle>
            <a:lvl1pPr>
              <a:defRPr>
                <a:solidFill>
                  <a:schemeClr val="bg1"/>
                </a:solidFill>
              </a:defRPr>
            </a:lvl1pPr>
          </a:lstStyle>
          <a:p>
            <a:fld id="{1DD12A09-AD48-4A48-AB09-132ADC51F3E7}" type="datetime4">
              <a:rPr lang="en-US" smtClean="0"/>
              <a:t>May 15, 2026</a:t>
            </a:fld>
            <a:endParaRPr lang="en-US"/>
          </a:p>
        </p:txBody>
      </p:sp>
    </p:spTree>
    <p:extLst>
      <p:ext uri="{BB962C8B-B14F-4D97-AF65-F5344CB8AC3E}">
        <p14:creationId xmlns:p14="http://schemas.microsoft.com/office/powerpoint/2010/main" val="28253675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5330953" cy="533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45999" y="1236272"/>
            <a:ext cx="3959352" cy="2885843"/>
          </a:xfrm>
          <a:prstGeom prst="rect">
            <a:avLst/>
          </a:prstGeom>
        </p:spPr>
        <p:txBody>
          <a:bodyPr vert="horz" lIns="91440" tIns="45720" rIns="91440" bIns="45720" rtlCol="0" anchor="t">
            <a:normAutofit/>
          </a:bodyPr>
          <a:lstStyle>
            <a:lvl1pPr>
              <a:defRPr lang="en-US" sz="400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55143" y="5029200"/>
            <a:ext cx="3941064" cy="786384"/>
          </a:xfrm>
          <a:prstGeom prst="rect">
            <a:avLst/>
          </a:prstGeom>
        </p:spPr>
        <p:txBody>
          <a:bodyPr vert="horz" lIns="91440" tIns="45720" rIns="91440" bIns="45720" rtlCol="0">
            <a:normAutofit/>
          </a:bodyPr>
          <a:lstStyle>
            <a:lvl1pPr marL="0" indent="0">
              <a:buNone/>
              <a:defRPr lang="en-US" dirty="0"/>
            </a:lvl1pPr>
          </a:lstStyle>
          <a:p>
            <a:pPr lvl="0"/>
            <a:r>
              <a:rPr lang="en-US"/>
              <a:t>Click to edit Master subtitle style</a:t>
            </a:r>
          </a:p>
        </p:txBody>
      </p:sp>
      <p:cxnSp>
        <p:nvCxnSpPr>
          <p:cNvPr id="7" name="Straight Connector 6">
            <a:extLst>
              <a:ext uri="{FF2B5EF4-FFF2-40B4-BE49-F238E27FC236}">
                <a16:creationId xmlns:a16="http://schemas.microsoft.com/office/drawing/2014/main" id="{12230C97-C8C3-2142-5720-3E811CE1E63C}"/>
              </a:ext>
              <a:ext uri="{C183D7F6-B498-43B3-948B-1728B52AA6E4}">
                <adec:decorative xmlns:adec="http://schemas.microsoft.com/office/drawing/2017/decorative" val="1"/>
              </a:ext>
            </a:extLst>
          </p:cNvPr>
          <p:cNvCxnSpPr>
            <a:cxnSpLocks/>
          </p:cNvCxnSpPr>
          <p:nvPr/>
        </p:nvCxnSpPr>
        <p:spPr>
          <a:xfrm>
            <a:off x="1463059" y="4732259"/>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7081DABC-6343-A24F-FE45-96400F8FB4BD}"/>
              </a:ext>
            </a:extLst>
          </p:cNvPr>
          <p:cNvSpPr>
            <a:spLocks noGrp="1"/>
          </p:cNvSpPr>
          <p:nvPr>
            <p:ph type="pic" sz="quarter" idx="13" hasCustomPrompt="1"/>
          </p:nvPr>
        </p:nvSpPr>
        <p:spPr>
          <a:xfrm>
            <a:off x="6099048" y="758951"/>
            <a:ext cx="5340096" cy="5333995"/>
          </a:xfrm>
          <a:prstGeom prst="rect">
            <a:avLst/>
          </a:prstGeom>
          <a:blipFill>
            <a:blip r:embed="rId2">
              <a:alphaModFix amt="80000"/>
            </a:blip>
            <a:stretch>
              <a:fillRect/>
            </a:stretch>
          </a:blipFill>
        </p:spPr>
        <p:txBody>
          <a:bodyPr/>
          <a:lstStyle>
            <a:lvl1pPr marL="0" indent="0">
              <a:buNone/>
              <a:defRPr/>
            </a:lvl1pPr>
          </a:lstStyle>
          <a:p>
            <a:r>
              <a:rPr lang="en-US"/>
              <a:t> </a:t>
            </a:r>
          </a:p>
        </p:txBody>
      </p: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BB697729-EE3B-43A9-898D-9A5AFB5AB592}" type="datetime4">
              <a:rPr lang="en-US" smtClean="0"/>
              <a:t>May 15, 2026</a:t>
            </a:fld>
            <a:endParaRPr lang="en-US"/>
          </a:p>
        </p:txBody>
      </p:sp>
    </p:spTree>
    <p:extLst>
      <p:ext uri="{BB962C8B-B14F-4D97-AF65-F5344CB8AC3E}">
        <p14:creationId xmlns:p14="http://schemas.microsoft.com/office/powerpoint/2010/main" val="346466303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993A5D-2039-07DE-6F59-B5B0BA392F1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 name="Oval 4">
            <a:extLst>
              <a:ext uri="{FF2B5EF4-FFF2-40B4-BE49-F238E27FC236}">
                <a16:creationId xmlns:a16="http://schemas.microsoft.com/office/drawing/2014/main" id="{9EC672D3-D8F8-3D61-3C4C-5C95F5E2613C}"/>
              </a:ext>
              <a:ext uri="{C183D7F6-B498-43B3-948B-1728B52AA6E4}">
                <adec:decorative xmlns:adec="http://schemas.microsoft.com/office/drawing/2017/decorative" val="1"/>
              </a:ext>
            </a:extLst>
          </p:cNvPr>
          <p:cNvSpPr/>
          <p:nvPr/>
        </p:nvSpPr>
        <p:spPr>
          <a:xfrm>
            <a:off x="733197" y="1113411"/>
            <a:ext cx="4629606" cy="46296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1538975B-8704-9783-3024-A904B1D27242}"/>
              </a:ext>
              <a:ext uri="{C183D7F6-B498-43B3-948B-1728B52AA6E4}">
                <adec:decorative xmlns:adec="http://schemas.microsoft.com/office/drawing/2017/decorative" val="1"/>
              </a:ext>
            </a:extLst>
          </p:cNvPr>
          <p:cNvCxnSpPr>
            <a:cxnSpLocks/>
          </p:cNvCxnSpPr>
          <p:nvPr/>
        </p:nvCxnSpPr>
        <p:spPr>
          <a:xfrm>
            <a:off x="2562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8136" y="2286000"/>
            <a:ext cx="3941064" cy="1353312"/>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27048" y="4251960"/>
            <a:ext cx="3044952" cy="877824"/>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4" name="Picture Placeholder 13">
            <a:extLst>
              <a:ext uri="{FF2B5EF4-FFF2-40B4-BE49-F238E27FC236}">
                <a16:creationId xmlns:a16="http://schemas.microsoft.com/office/drawing/2014/main" id="{A4FC6076-33D1-25E4-ECF0-EBA6547E6F66}"/>
              </a:ext>
            </a:extLst>
          </p:cNvPr>
          <p:cNvSpPr>
            <a:spLocks noGrp="1"/>
          </p:cNvSpPr>
          <p:nvPr>
            <p:ph type="pic" sz="quarter" idx="13" hasCustomPrompt="1"/>
          </p:nvPr>
        </p:nvSpPr>
        <p:spPr>
          <a:xfrm>
            <a:off x="6099048" y="0"/>
            <a:ext cx="6099048" cy="6858000"/>
          </a:xfrm>
          <a:prstGeom prst="rect">
            <a:avLst/>
          </a:prstGeom>
          <a:blipFill>
            <a:blip r:embed="rId2">
              <a:alphaModFix amt="80000"/>
            </a:blip>
            <a:stretch>
              <a:fillRect/>
            </a:stretch>
          </a:blipFill>
        </p:spPr>
        <p:txBody>
          <a:bodyPr/>
          <a:lstStyle>
            <a:lvl1pPr marL="0" indent="0">
              <a:buNone/>
              <a:defRPr/>
            </a:lvl1pPr>
          </a:lstStyle>
          <a:p>
            <a:r>
              <a:rPr lang="en-US"/>
              <a:t> </a:t>
            </a:r>
          </a:p>
        </p:txBody>
      </p:sp>
      <p:sp>
        <p:nvSpPr>
          <p:cNvPr id="17" name="Footer Placeholder 16">
            <a:extLst>
              <a:ext uri="{FF2B5EF4-FFF2-40B4-BE49-F238E27FC236}">
                <a16:creationId xmlns:a16="http://schemas.microsoft.com/office/drawing/2014/main" id="{AC1630BD-E1B7-AF29-7C4B-B85965A099D7}"/>
              </a:ext>
            </a:extLst>
          </p:cNvPr>
          <p:cNvSpPr>
            <a:spLocks noGrp="1"/>
          </p:cNvSpPr>
          <p:nvPr>
            <p:ph type="ftr" sz="quarter" idx="15"/>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a:t>Sample Footer Text</a:t>
            </a:r>
          </a:p>
        </p:txBody>
      </p:sp>
      <p:sp>
        <p:nvSpPr>
          <p:cNvPr id="18" name="Slide Number Placeholder 17">
            <a:extLst>
              <a:ext uri="{FF2B5EF4-FFF2-40B4-BE49-F238E27FC236}">
                <a16:creationId xmlns:a16="http://schemas.microsoft.com/office/drawing/2014/main" id="{984E9A52-4A3D-D4E9-EB81-3D3DF57174E8}"/>
              </a:ext>
            </a:extLst>
          </p:cNvPr>
          <p:cNvSpPr>
            <a:spLocks noGrp="1"/>
          </p:cNvSpPr>
          <p:nvPr>
            <p:ph type="sldNum" sz="quarter" idx="16"/>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a:p>
        </p:txBody>
      </p:sp>
      <p:sp>
        <p:nvSpPr>
          <p:cNvPr id="16" name="Date Placeholder 15">
            <a:extLst>
              <a:ext uri="{FF2B5EF4-FFF2-40B4-BE49-F238E27FC236}">
                <a16:creationId xmlns:a16="http://schemas.microsoft.com/office/drawing/2014/main" id="{BBD33975-EBFD-2750-DA6E-80E55F7B5DC4}"/>
              </a:ext>
            </a:extLst>
          </p:cNvPr>
          <p:cNvSpPr>
            <a:spLocks noGrp="1"/>
          </p:cNvSpPr>
          <p:nvPr>
            <p:ph type="dt" sz="half" idx="14"/>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25D84001-F520-4AD8-8668-0040A4F617EA}" type="datetime4">
              <a:rPr lang="en-US" smtClean="0"/>
              <a:t>May 15, 2026</a:t>
            </a:fld>
            <a:endParaRPr lang="en-US"/>
          </a:p>
        </p:txBody>
      </p:sp>
    </p:spTree>
    <p:extLst>
      <p:ext uri="{BB962C8B-B14F-4D97-AF65-F5344CB8AC3E}">
        <p14:creationId xmlns:p14="http://schemas.microsoft.com/office/powerpoint/2010/main" val="214096759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C771A26-A749-5BFC-F3B1-40FD28B010E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Oval 11">
            <a:extLst>
              <a:ext uri="{FF2B5EF4-FFF2-40B4-BE49-F238E27FC236}">
                <a16:creationId xmlns:a16="http://schemas.microsoft.com/office/drawing/2014/main" id="{4D0D36FE-2517-024E-B081-D0B2295EA3FA}"/>
              </a:ext>
              <a:ext uri="{C183D7F6-B498-43B3-948B-1728B52AA6E4}">
                <adec:decorative xmlns:adec="http://schemas.microsoft.com/office/drawing/2017/decorative" val="1"/>
              </a:ext>
            </a:extLst>
          </p:cNvPr>
          <p:cNvSpPr/>
          <p:nvPr/>
        </p:nvSpPr>
        <p:spPr>
          <a:xfrm>
            <a:off x="3417864" y="760144"/>
            <a:ext cx="5356272" cy="53562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DB3AD774-9783-18D4-7A22-0650BD37C844}"/>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014216" y="1746504"/>
            <a:ext cx="4160520" cy="1883664"/>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489704" y="4288536"/>
            <a:ext cx="3218688" cy="1316736"/>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78BD5BB2-178C-41F5-9A65-66E57637126A}" type="datetime4">
              <a:rPr lang="en-US" smtClean="0"/>
              <a:t>May 15, 2026</a:t>
            </a:fld>
            <a:endParaRPr lang="en-US"/>
          </a:p>
        </p:txBody>
      </p:sp>
    </p:spTree>
    <p:extLst>
      <p:ext uri="{BB962C8B-B14F-4D97-AF65-F5344CB8AC3E}">
        <p14:creationId xmlns:p14="http://schemas.microsoft.com/office/powerpoint/2010/main" val="357167401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036142CE-648A-1FF7-D28A-1CDAA482192F}"/>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86000" y="1746504"/>
            <a:ext cx="7616952" cy="1883664"/>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286000" y="4288536"/>
            <a:ext cx="7616952" cy="1042416"/>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Footer Placeholder 7">
            <a:extLst>
              <a:ext uri="{FF2B5EF4-FFF2-40B4-BE49-F238E27FC236}">
                <a16:creationId xmlns:a16="http://schemas.microsoft.com/office/drawing/2014/main" id="{93384EBF-3E88-4A0B-FB51-6F3F98FA742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r>
              <a:rPr lang="en-US"/>
              <a:t>Sample Footer Text</a:t>
            </a:r>
          </a:p>
        </p:txBody>
      </p:sp>
      <p:sp>
        <p:nvSpPr>
          <p:cNvPr id="9" name="Slide Number Placeholder 8">
            <a:extLst>
              <a:ext uri="{FF2B5EF4-FFF2-40B4-BE49-F238E27FC236}">
                <a16:creationId xmlns:a16="http://schemas.microsoft.com/office/drawing/2014/main" id="{F9351BD1-E526-ACBD-4244-F9E89D083E69}"/>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7" name="Date Placeholder 6">
            <a:extLst>
              <a:ext uri="{FF2B5EF4-FFF2-40B4-BE49-F238E27FC236}">
                <a16:creationId xmlns:a16="http://schemas.microsoft.com/office/drawing/2014/main" id="{D8F249E0-8120-4E46-8D3C-FFDE09A5C3F0}"/>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47B65FCB-A65A-4325-B833-0BA0262F4627}" type="datetime4">
              <a:rPr lang="en-US" smtClean="0"/>
              <a:t>May 15, 2026</a:t>
            </a:fld>
            <a:endParaRPr lang="en-US"/>
          </a:p>
        </p:txBody>
      </p:sp>
    </p:spTree>
    <p:extLst>
      <p:ext uri="{BB962C8B-B14F-4D97-AF65-F5344CB8AC3E}">
        <p14:creationId xmlns:p14="http://schemas.microsoft.com/office/powerpoint/2010/main" val="12042309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036142CE-648A-1FF7-D28A-1CDAA482192F}"/>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86000" y="1746504"/>
            <a:ext cx="7616952" cy="1883664"/>
          </a:xfrm>
          <a:prstGeom prst="rect">
            <a:avLst/>
          </a:prstGeom>
        </p:spPr>
        <p:txBody>
          <a:bodyPr anchor="ctr">
            <a:normAutofit/>
          </a:bodyPr>
          <a:lstStyle>
            <a:lvl1pPr algn="ctr">
              <a:lnSpc>
                <a:spcPct val="120000"/>
              </a:lnSpc>
              <a:defRPr sz="44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286000" y="4288536"/>
            <a:ext cx="7616952" cy="1042416"/>
          </a:xfrm>
          <a:prstGeom prst="rect">
            <a:avLst/>
          </a:prstGeom>
        </p:spPr>
        <p:txBody>
          <a:bodyPr anchor="ctr">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Footer Placeholder 7">
            <a:extLst>
              <a:ext uri="{FF2B5EF4-FFF2-40B4-BE49-F238E27FC236}">
                <a16:creationId xmlns:a16="http://schemas.microsoft.com/office/drawing/2014/main" id="{93384EBF-3E88-4A0B-FB51-6F3F98FA742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r>
              <a:rPr lang="en-US"/>
              <a:t>Sample Footer Text</a:t>
            </a:r>
          </a:p>
        </p:txBody>
      </p:sp>
      <p:sp>
        <p:nvSpPr>
          <p:cNvPr id="9" name="Slide Number Placeholder 8">
            <a:extLst>
              <a:ext uri="{FF2B5EF4-FFF2-40B4-BE49-F238E27FC236}">
                <a16:creationId xmlns:a16="http://schemas.microsoft.com/office/drawing/2014/main" id="{F9351BD1-E526-ACBD-4244-F9E89D083E69}"/>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7" name="Date Placeholder 6">
            <a:extLst>
              <a:ext uri="{FF2B5EF4-FFF2-40B4-BE49-F238E27FC236}">
                <a16:creationId xmlns:a16="http://schemas.microsoft.com/office/drawing/2014/main" id="{D8F249E0-8120-4E46-8D3C-FFDE09A5C3F0}"/>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6A394C09-235D-49B2-9B0D-273E7223E7EF}" type="datetime4">
              <a:rPr lang="en-US" smtClean="0"/>
              <a:t>May 15, 2026</a:t>
            </a:fld>
            <a:endParaRPr lang="en-US"/>
          </a:p>
        </p:txBody>
      </p:sp>
    </p:spTree>
    <p:extLst>
      <p:ext uri="{BB962C8B-B14F-4D97-AF65-F5344CB8AC3E}">
        <p14:creationId xmlns:p14="http://schemas.microsoft.com/office/powerpoint/2010/main" val="26243090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53313" y="1231637"/>
            <a:ext cx="6137453" cy="2698456"/>
          </a:xfrm>
          <a:prstGeom prst="rect">
            <a:avLst/>
          </a:prstGeom>
        </p:spPr>
        <p:txBody>
          <a:bodyPr vert="horz" lIns="91440" tIns="45720" rIns="91440" bIns="45720" rtlCol="0" anchor="t">
            <a:norm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53315" y="5010911"/>
            <a:ext cx="6137452" cy="819302"/>
          </a:xfrm>
          <a:prstGeom prst="rect">
            <a:avLst/>
          </a:prstGeom>
        </p:spPr>
        <p:txBody>
          <a:bodyPr vert="horz" lIns="91440" tIns="45720" rIns="91440" bIns="45720" rtlCol="0">
            <a:normAutofit/>
          </a:bodyPr>
          <a:lstStyle>
            <a:lvl1pPr marL="0" indent="0">
              <a:buNone/>
              <a:defRPr lang="en-US" dirty="0"/>
            </a:lvl1pPr>
          </a:lstStyle>
          <a:p>
            <a:pPr lvl="0"/>
            <a:r>
              <a:rPr lang="en-US"/>
              <a:t>Click to edit Master subtitle style</a:t>
            </a:r>
          </a:p>
        </p:txBody>
      </p:sp>
      <p:cxnSp>
        <p:nvCxnSpPr>
          <p:cNvPr id="10" name="Straight Connector 9">
            <a:extLst>
              <a:ext uri="{FF2B5EF4-FFF2-40B4-BE49-F238E27FC236}">
                <a16:creationId xmlns:a16="http://schemas.microsoft.com/office/drawing/2014/main" id="{C23037B3-8974-2599-9C16-662BA59487C4}"/>
              </a:ext>
              <a:ext uri="{C183D7F6-B498-43B3-948B-1728B52AA6E4}">
                <adec:decorative xmlns:adec="http://schemas.microsoft.com/office/drawing/2017/decorative" val="1"/>
              </a:ext>
            </a:extLst>
          </p:cNvPr>
          <p:cNvCxnSpPr>
            <a:cxnSpLocks/>
          </p:cNvCxnSpPr>
          <p:nvPr/>
        </p:nvCxnSpPr>
        <p:spPr>
          <a:xfrm>
            <a:off x="1459441" y="4804589"/>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3BD11BA3-E918-4F6B-856F-6D6E048040B2}" type="datetime4">
              <a:rPr lang="en-US" smtClean="0"/>
              <a:t>May 15, 2026</a:t>
            </a:fld>
            <a:endParaRPr lang="en-US"/>
          </a:p>
        </p:txBody>
      </p:sp>
    </p:spTree>
    <p:extLst>
      <p:ext uri="{BB962C8B-B14F-4D97-AF65-F5344CB8AC3E}">
        <p14:creationId xmlns:p14="http://schemas.microsoft.com/office/powerpoint/2010/main" val="40276520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28FE325-7EF4-2BC1-CC28-C3956EA44D90}"/>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 name="Rectangle 7">
            <a:extLst>
              <a:ext uri="{FF2B5EF4-FFF2-40B4-BE49-F238E27FC236}">
                <a16:creationId xmlns:a16="http://schemas.microsoft.com/office/drawing/2014/main" id="{64DC731D-DB3B-8EE9-1728-DB36948ABFE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3" name="Straight Connector 2">
            <a:extLst>
              <a:ext uri="{FF2B5EF4-FFF2-40B4-BE49-F238E27FC236}">
                <a16:creationId xmlns:a16="http://schemas.microsoft.com/office/drawing/2014/main" id="{DD080AD5-EDF0-8614-3A6E-738026A999B2}"/>
              </a:ext>
              <a:ext uri="{C183D7F6-B498-43B3-948B-1728B52AA6E4}">
                <adec:decorative xmlns:adec="http://schemas.microsoft.com/office/drawing/2017/decorative" val="1"/>
              </a:ext>
            </a:extLst>
          </p:cNvPr>
          <p:cNvCxnSpPr>
            <a:cxnSpLocks/>
          </p:cNvCxnSpPr>
          <p:nvPr/>
        </p:nvCxnSpPr>
        <p:spPr>
          <a:xfrm>
            <a:off x="1099874" y="61722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992091" y="2514602"/>
            <a:ext cx="6812280" cy="3194302"/>
          </a:xfrm>
          <a:prstGeom prst="rect">
            <a:avLst/>
          </a:prstGeom>
        </p:spPr>
        <p:txBody>
          <a:bodyPr vert="horz" lIns="91440" tIns="45720" rIns="91440" bIns="45720" rtlCol="0" anchor="b">
            <a:normAutofit/>
          </a:bodyPr>
          <a:lstStyle>
            <a:lvl1pPr>
              <a:defRPr lang="en-US" sz="4400" dirty="0">
                <a:solidFill>
                  <a:schemeClr val="tx1"/>
                </a:solidFill>
              </a:defRPr>
            </a:lvl1pPr>
          </a:lstStyle>
          <a:p>
            <a:pPr lvl="0">
              <a:lnSpc>
                <a:spcPct val="120000"/>
              </a:lnSpc>
            </a:pPr>
            <a:r>
              <a:rPr lang="en-US"/>
              <a:t>Click to edit Master title style</a:t>
            </a:r>
          </a:p>
        </p:txBody>
      </p:sp>
      <p:sp>
        <p:nvSpPr>
          <p:cNvPr id="11" name="Footer Placeholder 10">
            <a:extLst>
              <a:ext uri="{FF2B5EF4-FFF2-40B4-BE49-F238E27FC236}">
                <a16:creationId xmlns:a16="http://schemas.microsoft.com/office/drawing/2014/main" id="{3963C56F-1F77-4203-D488-3829DB3A81DC}"/>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tx1"/>
                </a:solidFill>
              </a:defRPr>
            </a:lvl1pPr>
          </a:lstStyle>
          <a:p>
            <a:r>
              <a:rPr lang="en-US"/>
              <a:t>Sample Footer Text</a:t>
            </a:r>
          </a:p>
        </p:txBody>
      </p:sp>
      <p:sp>
        <p:nvSpPr>
          <p:cNvPr id="12" name="Slide Number Placeholder 11">
            <a:extLst>
              <a:ext uri="{FF2B5EF4-FFF2-40B4-BE49-F238E27FC236}">
                <a16:creationId xmlns:a16="http://schemas.microsoft.com/office/drawing/2014/main" id="{58E9AB81-9E4D-493C-6966-CE7F84541967}"/>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tx1"/>
                </a:solidFill>
              </a:defRPr>
            </a:lvl1pPr>
          </a:lstStyle>
          <a:p>
            <a:fld id="{CC057153-B650-4DEB-B370-79DDCFDCE934}" type="slidenum">
              <a:rPr lang="en-US" smtClean="0"/>
              <a:pPr/>
              <a:t>‹#›</a:t>
            </a:fld>
            <a:endParaRPr lang="en-US"/>
          </a:p>
        </p:txBody>
      </p:sp>
      <p:sp>
        <p:nvSpPr>
          <p:cNvPr id="10" name="Date Placeholder 9">
            <a:extLst>
              <a:ext uri="{FF2B5EF4-FFF2-40B4-BE49-F238E27FC236}">
                <a16:creationId xmlns:a16="http://schemas.microsoft.com/office/drawing/2014/main" id="{CCB33265-7891-EEAC-2A77-0EF54FFEF807}"/>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tx1"/>
                </a:solidFill>
              </a:defRPr>
            </a:lvl1pPr>
          </a:lstStyle>
          <a:p>
            <a:fld id="{DD4C18C5-23B1-43CA-8D0C-0D76624D967E}" type="datetime4">
              <a:rPr lang="en-US" smtClean="0"/>
              <a:t>May 15, 2026</a:t>
            </a:fld>
            <a:endParaRPr lang="en-US"/>
          </a:p>
        </p:txBody>
      </p:sp>
    </p:spTree>
    <p:extLst>
      <p:ext uri="{BB962C8B-B14F-4D97-AF65-F5344CB8AC3E}">
        <p14:creationId xmlns:p14="http://schemas.microsoft.com/office/powerpoint/2010/main" val="40137056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7A713FDA-ABFC-FBE4-9C4A-3A90A222245B}"/>
              </a:ext>
              <a:ext uri="{C183D7F6-B498-43B3-948B-1728B52AA6E4}">
                <adec:decorative xmlns:adec="http://schemas.microsoft.com/office/drawing/2017/decorative" val="1"/>
              </a:ext>
            </a:extLst>
          </p:cNvPr>
          <p:cNvSpPr/>
          <p:nvPr/>
        </p:nvSpPr>
        <p:spPr>
          <a:xfrm>
            <a:off x="733197" y="1114197"/>
            <a:ext cx="4629606" cy="46296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44803" y="1987906"/>
            <a:ext cx="3606394" cy="2882188"/>
          </a:xfrm>
          <a:prstGeom prst="rect">
            <a:avLst/>
          </a:prstGeom>
        </p:spPr>
        <p:txBody>
          <a:bodyPr anchor="ctr">
            <a:normAutofit/>
          </a:bodyPr>
          <a:lstStyle>
            <a:lvl1pPr algn="ctr">
              <a:lnSpc>
                <a:spcPct val="100000"/>
              </a:lnSpc>
              <a:defRPr sz="4400">
                <a:solidFill>
                  <a:schemeClr val="bg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66715" y="608991"/>
            <a:ext cx="4943704" cy="5640019"/>
          </a:xfrm>
          <a:prstGeom prst="rect">
            <a:avLst/>
          </a:prstGeom>
        </p:spPr>
        <p:txBody>
          <a:bodyPr vert="horz" lIns="91440" tIns="45720" rIns="91440" bIns="45720" rtlCol="0" anchor="ctr">
            <a:normAutofit/>
          </a:bodyPr>
          <a:lstStyle>
            <a:lvl1pPr marL="342900" indent="-342900">
              <a:buFont typeface="+mj-lt"/>
              <a:buAutoNum type="arabicPeriod"/>
              <a:defRPr lang="en-US" sz="1800" dirty="0"/>
            </a:lvl1pPr>
            <a:lvl2pPr marL="571500" indent="-342900">
              <a:buFont typeface="+mj-lt"/>
              <a:buAutoNum type="arabicPeriod"/>
              <a:defRPr lang="en-US" sz="1600"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p>
            <a:fld id="{18F42511-74F8-4B56-AAC6-3C98B1A0BAC5}" type="datetime4">
              <a:rPr lang="en-US" smtClean="0"/>
              <a:t>May 15, 2026</a:t>
            </a:fld>
            <a:endParaRPr lang="en-US"/>
          </a:p>
        </p:txBody>
      </p:sp>
    </p:spTree>
    <p:extLst>
      <p:ext uri="{BB962C8B-B14F-4D97-AF65-F5344CB8AC3E}">
        <p14:creationId xmlns:p14="http://schemas.microsoft.com/office/powerpoint/2010/main" val="3237531516"/>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CD08455-64EF-6D3F-F544-C7CBF0D5756A}"/>
              </a:ext>
              <a:ext uri="{C183D7F6-B498-43B3-948B-1728B52AA6E4}">
                <adec:decorative xmlns:adec="http://schemas.microsoft.com/office/drawing/2017/decorative" val="1"/>
              </a:ext>
            </a:extLst>
          </p:cNvPr>
          <p:cNvSpPr/>
          <p:nvPr/>
        </p:nvSpPr>
        <p:spPr>
          <a:xfrm>
            <a:off x="1" y="0"/>
            <a:ext cx="609325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19302" y="2357324"/>
            <a:ext cx="4396436" cy="2143353"/>
          </a:xfrm>
          <a:prstGeom prst="rect">
            <a:avLst/>
          </a:prstGeom>
        </p:spPr>
        <p:txBody>
          <a:bodyPr anchor="ctr">
            <a:normAutofit/>
          </a:bodyPr>
          <a:lstStyle>
            <a:lvl1pPr algn="ctr">
              <a:lnSpc>
                <a:spcPct val="100000"/>
              </a:lnSpc>
              <a:defRPr sz="6000">
                <a:solidFill>
                  <a:schemeClr val="bg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30568" y="608991"/>
            <a:ext cx="4325112" cy="5640019"/>
          </a:xfrm>
          <a:prstGeom prst="rect">
            <a:avLst/>
          </a:prstGeom>
        </p:spPr>
        <p:txBody>
          <a:bodyPr vert="horz" lIns="91440" tIns="45720" rIns="91440" bIns="45720" rtlCol="0" anchor="ctr">
            <a:normAutofit/>
          </a:bodyPr>
          <a:lstStyle>
            <a:lvl1pPr marL="342900" indent="-342900">
              <a:buFont typeface="+mj-lt"/>
              <a:buAutoNum type="arabicPeriod"/>
              <a:defRPr lang="en-US" sz="1800" dirty="0"/>
            </a:lvl1pPr>
            <a:lvl2pPr marL="571500" indent="-342900">
              <a:buFont typeface="+mj-lt"/>
              <a:buAutoNum type="arabicPeriod"/>
              <a:defRPr lang="en-US" sz="1600"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p>
            <a:fld id="{D5E83ADB-4704-4C8F-8BDC-62411F5124DF}" type="datetime4">
              <a:rPr lang="en-US" smtClean="0"/>
              <a:t>May 15, 2026</a:t>
            </a:fld>
            <a:endParaRPr lang="en-US"/>
          </a:p>
        </p:txBody>
      </p:sp>
    </p:spTree>
    <p:extLst>
      <p:ext uri="{BB962C8B-B14F-4D97-AF65-F5344CB8AC3E}">
        <p14:creationId xmlns:p14="http://schemas.microsoft.com/office/powerpoint/2010/main" val="182950561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CF68DA2-8FD8-6D2D-DD3C-75F7AE70E305}"/>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00467" y="2320290"/>
            <a:ext cx="3691890" cy="2217420"/>
          </a:xfrm>
          <a:prstGeom prst="rect">
            <a:avLst/>
          </a:prstGeom>
        </p:spPr>
        <p:txBody>
          <a:bodyPr anchor="ctr">
            <a:normAutofit/>
          </a:bodyPr>
          <a:lstStyle>
            <a:lvl1pPr algn="ctr">
              <a:lnSpc>
                <a:spcPct val="100000"/>
              </a:lnSpc>
              <a:defRPr sz="4000">
                <a:solidFill>
                  <a:schemeClr val="tx1"/>
                </a:solidFill>
              </a:defRPr>
            </a:lvl1pPr>
          </a:lstStyle>
          <a:p>
            <a:r>
              <a:rPr lang="en-US"/>
              <a:t>Click to edit Master title style</a:t>
            </a:r>
          </a:p>
        </p:txBody>
      </p:sp>
      <p:sp>
        <p:nvSpPr>
          <p:cNvPr id="6" name="Picture Placeholder 5">
            <a:extLst>
              <a:ext uri="{FF2B5EF4-FFF2-40B4-BE49-F238E27FC236}">
                <a16:creationId xmlns:a16="http://schemas.microsoft.com/office/drawing/2014/main" id="{02FB81A4-D995-C460-96DC-F799CEACAB9A}"/>
              </a:ext>
            </a:extLst>
          </p:cNvPr>
          <p:cNvSpPr>
            <a:spLocks noGrp="1"/>
          </p:cNvSpPr>
          <p:nvPr>
            <p:ph type="pic" sz="quarter" idx="17" hasCustomPrompt="1"/>
          </p:nvPr>
        </p:nvSpPr>
        <p:spPr>
          <a:xfrm>
            <a:off x="0" y="0"/>
            <a:ext cx="6092825" cy="6858000"/>
          </a:xfrm>
          <a:custGeom>
            <a:avLst/>
            <a:gdLst>
              <a:gd name="connsiteX0" fmla="*/ 3046412 w 6092825"/>
              <a:gd name="connsiteY0" fmla="*/ 1298448 h 6858000"/>
              <a:gd name="connsiteX1" fmla="*/ 915860 w 6092825"/>
              <a:gd name="connsiteY1" fmla="*/ 3429000 h 6858000"/>
              <a:gd name="connsiteX2" fmla="*/ 3046412 w 6092825"/>
              <a:gd name="connsiteY2" fmla="*/ 5559552 h 6858000"/>
              <a:gd name="connsiteX3" fmla="*/ 5176964 w 6092825"/>
              <a:gd name="connsiteY3" fmla="*/ 3429000 h 6858000"/>
              <a:gd name="connsiteX4" fmla="*/ 3046412 w 6092825"/>
              <a:gd name="connsiteY4" fmla="*/ 1298448 h 6858000"/>
              <a:gd name="connsiteX5" fmla="*/ 0 w 6092825"/>
              <a:gd name="connsiteY5" fmla="*/ 0 h 6858000"/>
              <a:gd name="connsiteX6" fmla="*/ 6092825 w 6092825"/>
              <a:gd name="connsiteY6" fmla="*/ 0 h 6858000"/>
              <a:gd name="connsiteX7" fmla="*/ 6092825 w 6092825"/>
              <a:gd name="connsiteY7" fmla="*/ 6858000 h 6858000"/>
              <a:gd name="connsiteX8" fmla="*/ 0 w 6092825"/>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92825" h="6858000">
                <a:moveTo>
                  <a:pt x="3046412" y="1298448"/>
                </a:moveTo>
                <a:cubicBezTo>
                  <a:pt x="1869741" y="1298448"/>
                  <a:pt x="915860" y="2252329"/>
                  <a:pt x="915860" y="3429000"/>
                </a:cubicBezTo>
                <a:cubicBezTo>
                  <a:pt x="915860" y="4605671"/>
                  <a:pt x="1869741" y="5559552"/>
                  <a:pt x="3046412" y="5559552"/>
                </a:cubicBezTo>
                <a:cubicBezTo>
                  <a:pt x="4223083" y="5559552"/>
                  <a:pt x="5176964" y="4605671"/>
                  <a:pt x="5176964" y="3429000"/>
                </a:cubicBezTo>
                <a:cubicBezTo>
                  <a:pt x="5176964" y="2252329"/>
                  <a:pt x="4223083" y="1298448"/>
                  <a:pt x="3046412" y="1298448"/>
                </a:cubicBezTo>
                <a:close/>
                <a:moveTo>
                  <a:pt x="0" y="0"/>
                </a:moveTo>
                <a:lnTo>
                  <a:pt x="6092825" y="0"/>
                </a:lnTo>
                <a:lnTo>
                  <a:pt x="6092825" y="6858000"/>
                </a:lnTo>
                <a:lnTo>
                  <a:pt x="0" y="6858000"/>
                </a:lnTo>
                <a:close/>
              </a:path>
            </a:pathLst>
          </a:custGeom>
          <a:blipFill>
            <a:blip r:embed="rId2">
              <a:alphaModFix amt="80000"/>
            </a:blip>
            <a:stretch>
              <a:fillRect/>
            </a:stretch>
          </a:blipFill>
        </p:spPr>
        <p:txBody>
          <a:bodyPr wrap="square">
            <a:noAutofit/>
          </a:bodyPr>
          <a:lstStyle>
            <a:lvl1pPr marL="0" indent="0">
              <a:buNone/>
              <a:defRPr>
                <a:solidFill>
                  <a:schemeClr val="bg1"/>
                </a:solidFill>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30568" y="608991"/>
            <a:ext cx="4427524" cy="5640019"/>
          </a:xfrm>
          <a:prstGeom prst="rect">
            <a:avLst/>
          </a:prstGeom>
        </p:spPr>
        <p:txBody>
          <a:bodyPr vert="horz" lIns="91440" tIns="45720" rIns="91440" bIns="45720" rtlCol="0" anchor="ctr">
            <a:normAutofit/>
          </a:bodyPr>
          <a:lstStyle>
            <a:lvl1pPr marL="342900" indent="-342900">
              <a:buFont typeface="+mj-lt"/>
              <a:buAutoNum type="arabicPeriod"/>
              <a:defRPr lang="en-US" sz="1800" dirty="0">
                <a:solidFill>
                  <a:schemeClr val="tx1"/>
                </a:solidFill>
              </a:defRPr>
            </a:lvl1pPr>
            <a:lvl2pPr marL="571500" indent="-342900">
              <a:buFont typeface="+mj-lt"/>
              <a:buAutoNum type="arabicPeriod"/>
              <a:defRPr lang="en-US" sz="1600" dirty="0">
                <a:solidFill>
                  <a:schemeClr val="tx1"/>
                </a:solidFill>
              </a:defRPr>
            </a:lvl2pPr>
            <a:lvl3pPr marL="800100" indent="-342900">
              <a:buFont typeface="+mj-lt"/>
              <a:buAutoNum type="arabicPeriod"/>
              <a:defRPr lang="en-US" dirty="0">
                <a:solidFill>
                  <a:schemeClr val="tx1"/>
                </a:solidFill>
              </a:defRPr>
            </a:lvl3pPr>
            <a:lvl4pPr>
              <a:buFont typeface="+mj-lt"/>
              <a:buAutoNum type="arabicPeriod"/>
              <a:defRPr lang="en-US" dirty="0">
                <a:solidFill>
                  <a:schemeClr val="tx1"/>
                </a:solidFill>
              </a:defRPr>
            </a:lvl4pPr>
            <a:lvl5pPr>
              <a:buFont typeface="+mj-lt"/>
              <a:buAutoNum type="arabicPeriod"/>
              <a:defRPr lang="en-US" dirty="0">
                <a:solidFill>
                  <a:schemeClr val="tx1"/>
                </a:solidFill>
              </a:defRPr>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lvl1pPr>
              <a:defRPr>
                <a:solidFill>
                  <a:schemeClr val="tx1"/>
                </a:solidFill>
              </a:defRPr>
            </a:lvl1pPr>
          </a:lstStyle>
          <a:p>
            <a:r>
              <a:rPr lang="en-US"/>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lvl1pPr>
              <a:defRPr>
                <a:solidFill>
                  <a:schemeClr val="tx1"/>
                </a:solidFill>
              </a:defRPr>
            </a:lvl1pPr>
          </a:lstStyle>
          <a:p>
            <a:fld id="{CC057153-B650-4DEB-B370-79DDCFDCE934}" type="slidenum">
              <a:rPr lang="en-US" smtClean="0"/>
              <a:pPr/>
              <a:t>‹#›</a:t>
            </a:fld>
            <a:endParaRPr lang="en-US"/>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lvl1pPr>
              <a:defRPr>
                <a:solidFill>
                  <a:schemeClr val="tx1"/>
                </a:solidFill>
              </a:defRPr>
            </a:lvl1pPr>
          </a:lstStyle>
          <a:p>
            <a:fld id="{3B87997F-712C-46D0-8590-02827728B058}" type="datetime4">
              <a:rPr lang="en-US" smtClean="0"/>
              <a:t>May 15, 2026</a:t>
            </a:fld>
            <a:endParaRPr lang="en-US"/>
          </a:p>
        </p:txBody>
      </p:sp>
    </p:spTree>
    <p:extLst>
      <p:ext uri="{BB962C8B-B14F-4D97-AF65-F5344CB8AC3E}">
        <p14:creationId xmlns:p14="http://schemas.microsoft.com/office/powerpoint/2010/main" val="2609028706"/>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754332BD-3B0A-AAC1-7FB3-E6D50A1D4E61}"/>
              </a:ext>
              <a:ext uri="{C183D7F6-B498-43B3-948B-1728B52AA6E4}">
                <adec:decorative xmlns:adec="http://schemas.microsoft.com/office/drawing/2017/decorative" val="1"/>
              </a:ext>
            </a:extLst>
          </p:cNvPr>
          <p:cNvCxnSpPr>
            <a:cxnSpLocks/>
          </p:cNvCxnSpPr>
          <p:nvPr/>
        </p:nvCxnSpPr>
        <p:spPr>
          <a:xfrm>
            <a:off x="5610422" y="34290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44952" y="950976"/>
            <a:ext cx="6108192" cy="2039112"/>
          </a:xfrm>
          <a:prstGeom prst="rect">
            <a:avLst/>
          </a:prstGeom>
        </p:spPr>
        <p:txBody>
          <a:bodyPr anchor="b">
            <a:normAutofit/>
          </a:bodyPr>
          <a:lstStyle>
            <a:lvl1pPr algn="ctr">
              <a:lnSpc>
                <a:spcPct val="120000"/>
              </a:lnSpc>
              <a:defRPr sz="3600"/>
            </a:lvl1pPr>
          </a:lstStyle>
          <a:p>
            <a:r>
              <a:rPr lang="en-US"/>
              <a:t>Click to edit Master title style</a:t>
            </a:r>
          </a:p>
        </p:txBody>
      </p:sp>
      <p:sp>
        <p:nvSpPr>
          <p:cNvPr id="11" name="Content Placeholder 10">
            <a:extLst>
              <a:ext uri="{FF2B5EF4-FFF2-40B4-BE49-F238E27FC236}">
                <a16:creationId xmlns:a16="http://schemas.microsoft.com/office/drawing/2014/main" id="{A15E685B-79A8-DE9F-775F-AF1351EBAD5E}"/>
              </a:ext>
            </a:extLst>
          </p:cNvPr>
          <p:cNvSpPr>
            <a:spLocks noGrp="1"/>
          </p:cNvSpPr>
          <p:nvPr>
            <p:ph sz="quarter" idx="17"/>
          </p:nvPr>
        </p:nvSpPr>
        <p:spPr>
          <a:xfrm>
            <a:off x="3667125" y="3849688"/>
            <a:ext cx="4864100" cy="1719262"/>
          </a:xfrm>
          <a:prstGeom prst="rect">
            <a:avLst/>
          </a:prstGeom>
        </p:spPr>
        <p:txBody>
          <a:bodyPr/>
          <a:lstStyle>
            <a:lvl1pPr marL="0" indent="0" algn="ctr">
              <a:lnSpc>
                <a:spcPct val="130000"/>
              </a:lnSpc>
              <a:buNone/>
              <a:defRPr sz="1800"/>
            </a:lvl1pPr>
            <a:lvl2pPr marL="457200" indent="0" algn="ctr">
              <a:lnSpc>
                <a:spcPct val="130000"/>
              </a:lnSpc>
              <a:buNone/>
              <a:defRPr sz="1600"/>
            </a:lvl2pPr>
            <a:lvl3pPr marL="914400" indent="0" algn="ctr">
              <a:lnSpc>
                <a:spcPct val="130000"/>
              </a:lnSpc>
              <a:buNone/>
              <a:defRPr/>
            </a:lvl3pPr>
            <a:lvl4pPr marL="1371600" indent="0" algn="ctr">
              <a:lnSpc>
                <a:spcPct val="130000"/>
              </a:lnSpc>
              <a:buNone/>
              <a:defRPr/>
            </a:lvl4pPr>
            <a:lvl5pPr marL="1828800" indent="0" algn="ctr">
              <a:lnSpc>
                <a:spcPct val="130000"/>
              </a:lnSpc>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5EE581FC-7877-B0CE-121D-A868F22C5195}"/>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E12274D3-BE15-58C3-8621-19800A18B961}"/>
              </a:ext>
            </a:extLst>
          </p:cNvPr>
          <p:cNvSpPr>
            <a:spLocks noGrp="1"/>
          </p:cNvSpPr>
          <p:nvPr>
            <p:ph type="sldNum" sz="quarter" idx="16"/>
          </p:nvPr>
        </p:nvSpPr>
        <p:spPr>
          <a:xfrm>
            <a:off x="11494008" y="3218688"/>
            <a:ext cx="630936" cy="429768"/>
          </a:xfrm>
          <a:prstGeom prst="rect">
            <a:avLst/>
          </a:prstGeom>
        </p:spPr>
        <p:txBody>
          <a:bodyPr/>
          <a:lstStyle/>
          <a:p>
            <a:pPr algn="ctr"/>
            <a:fld id="{8D252C1B-CBF0-4A4D-8F57-7FB989103249}" type="slidenum">
              <a:rPr lang="en-US" smtClean="0"/>
              <a:pPr algn="ctr"/>
              <a:t>‹#›</a:t>
            </a:fld>
            <a:endParaRPr lang="en-US"/>
          </a:p>
        </p:txBody>
      </p:sp>
      <p:sp>
        <p:nvSpPr>
          <p:cNvPr id="3" name="Date Placeholder 2">
            <a:extLst>
              <a:ext uri="{FF2B5EF4-FFF2-40B4-BE49-F238E27FC236}">
                <a16:creationId xmlns:a16="http://schemas.microsoft.com/office/drawing/2014/main" id="{E280F01D-414D-407C-1408-9645303C8BAC}"/>
              </a:ext>
            </a:extLst>
          </p:cNvPr>
          <p:cNvSpPr>
            <a:spLocks noGrp="1"/>
          </p:cNvSpPr>
          <p:nvPr>
            <p:ph type="dt" sz="half" idx="14"/>
          </p:nvPr>
        </p:nvSpPr>
        <p:spPr>
          <a:xfrm rot="5400000">
            <a:off x="10469880" y="4892040"/>
            <a:ext cx="2670048" cy="365760"/>
          </a:xfrm>
          <a:prstGeom prst="rect">
            <a:avLst/>
          </a:prstGeom>
        </p:spPr>
        <p:txBody>
          <a:bodyPr/>
          <a:lstStyle/>
          <a:p>
            <a:fld id="{56C5D836-5754-4174-8068-82E220F5800B}" type="datetime4">
              <a:rPr lang="en-US" smtClean="0"/>
              <a:t>May 15, 2026</a:t>
            </a:fld>
            <a:endParaRPr lang="en-US"/>
          </a:p>
        </p:txBody>
      </p:sp>
    </p:spTree>
    <p:extLst>
      <p:ext uri="{BB962C8B-B14F-4D97-AF65-F5344CB8AC3E}">
        <p14:creationId xmlns:p14="http://schemas.microsoft.com/office/powerpoint/2010/main" val="15656208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26464" y="1856232"/>
            <a:ext cx="3904488" cy="2176272"/>
          </a:xfrm>
          <a:prstGeom prst="rect">
            <a:avLst/>
          </a:prstGeo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Content Placeholder 10">
            <a:extLst>
              <a:ext uri="{FF2B5EF4-FFF2-40B4-BE49-F238E27FC236}">
                <a16:creationId xmlns:a16="http://schemas.microsoft.com/office/drawing/2014/main" id="{A15E685B-79A8-DE9F-775F-AF1351EBAD5E}"/>
              </a:ext>
            </a:extLst>
          </p:cNvPr>
          <p:cNvSpPr>
            <a:spLocks noGrp="1"/>
          </p:cNvSpPr>
          <p:nvPr>
            <p:ph sz="quarter" idx="17"/>
          </p:nvPr>
        </p:nvSpPr>
        <p:spPr>
          <a:xfrm>
            <a:off x="6099048" y="1856232"/>
            <a:ext cx="4480560" cy="3822192"/>
          </a:xfrm>
          <a:prstGeom prst="rect">
            <a:avLst/>
          </a:prstGeo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5EE581FC-7877-B0CE-121D-A868F22C5195}"/>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E12274D3-BE15-58C3-8621-19800A18B961}"/>
              </a:ext>
            </a:extLst>
          </p:cNvPr>
          <p:cNvSpPr>
            <a:spLocks noGrp="1"/>
          </p:cNvSpPr>
          <p:nvPr>
            <p:ph type="sldNum" sz="quarter" idx="16"/>
          </p:nvPr>
        </p:nvSpPr>
        <p:spPr>
          <a:xfrm>
            <a:off x="11494008" y="3218688"/>
            <a:ext cx="630936" cy="429768"/>
          </a:xfrm>
          <a:prstGeom prst="rect">
            <a:avLst/>
          </a:prstGeom>
        </p:spPr>
        <p:txBody>
          <a:bodyPr/>
          <a:lstStyle/>
          <a:p>
            <a:pPr algn="ctr"/>
            <a:fld id="{8D252C1B-CBF0-4A4D-8F57-7FB989103249}" type="slidenum">
              <a:rPr lang="en-US" smtClean="0"/>
              <a:pPr algn="ctr"/>
              <a:t>‹#›</a:t>
            </a:fld>
            <a:endParaRPr lang="en-US"/>
          </a:p>
        </p:txBody>
      </p:sp>
      <p:sp>
        <p:nvSpPr>
          <p:cNvPr id="3" name="Date Placeholder 2">
            <a:extLst>
              <a:ext uri="{FF2B5EF4-FFF2-40B4-BE49-F238E27FC236}">
                <a16:creationId xmlns:a16="http://schemas.microsoft.com/office/drawing/2014/main" id="{E280F01D-414D-407C-1408-9645303C8BAC}"/>
              </a:ext>
            </a:extLst>
          </p:cNvPr>
          <p:cNvSpPr>
            <a:spLocks noGrp="1"/>
          </p:cNvSpPr>
          <p:nvPr>
            <p:ph type="dt" sz="half" idx="14"/>
          </p:nvPr>
        </p:nvSpPr>
        <p:spPr>
          <a:xfrm rot="5400000">
            <a:off x="10469880" y="4892040"/>
            <a:ext cx="2670048" cy="365760"/>
          </a:xfrm>
          <a:prstGeom prst="rect">
            <a:avLst/>
          </a:prstGeom>
        </p:spPr>
        <p:txBody>
          <a:bodyPr/>
          <a:lstStyle/>
          <a:p>
            <a:fld id="{8469542E-CD68-4AA3-924E-425E5C7795CF}" type="datetime4">
              <a:rPr lang="en-US" smtClean="0"/>
              <a:t>May 15, 2026</a:t>
            </a:fld>
            <a:endParaRPr lang="en-US"/>
          </a:p>
        </p:txBody>
      </p:sp>
    </p:spTree>
    <p:extLst>
      <p:ext uri="{BB962C8B-B14F-4D97-AF65-F5344CB8AC3E}">
        <p14:creationId xmlns:p14="http://schemas.microsoft.com/office/powerpoint/2010/main" val="30196394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382DE3D-8384-2ED9-7C71-665F47AAD429}"/>
              </a:ext>
              <a:ext uri="{C183D7F6-B498-43B3-948B-1728B52AA6E4}">
                <adec:decorative xmlns:adec="http://schemas.microsoft.com/office/drawing/2017/decorative" val="1"/>
              </a:ext>
            </a:extLst>
          </p:cNvPr>
          <p:cNvSpPr/>
          <p:nvPr/>
        </p:nvSpPr>
        <p:spPr>
          <a:xfrm>
            <a:off x="0" y="0"/>
            <a:ext cx="722376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8388" y="2002536"/>
            <a:ext cx="5586984" cy="2898648"/>
          </a:xfrm>
          <a:prstGeom prst="rect">
            <a:avLst/>
          </a:prstGeom>
        </p:spPr>
        <p:txBody>
          <a:bodyPr anchor="ctr">
            <a:normAutofit/>
          </a:bodyPr>
          <a:lstStyle>
            <a:lvl1pPr algn="ctr">
              <a:lnSpc>
                <a:spcPct val="120000"/>
              </a:lnSpc>
              <a:defRPr sz="2800">
                <a:solidFill>
                  <a:schemeClr val="bg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7891272" y="758952"/>
            <a:ext cx="3200400"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FAA9F39B-6447-60F2-A02B-7241C415ABA1}"/>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2" name="Slide Number Placeholder 11">
            <a:extLst>
              <a:ext uri="{FF2B5EF4-FFF2-40B4-BE49-F238E27FC236}">
                <a16:creationId xmlns:a16="http://schemas.microsoft.com/office/drawing/2014/main" id="{23154C80-9BCD-5911-3E82-CB97ECBB41E3}"/>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0" name="Date Placeholder 9">
            <a:extLst>
              <a:ext uri="{FF2B5EF4-FFF2-40B4-BE49-F238E27FC236}">
                <a16:creationId xmlns:a16="http://schemas.microsoft.com/office/drawing/2014/main" id="{B16BA4B7-B6C7-185E-7431-9A13D584D752}"/>
              </a:ext>
            </a:extLst>
          </p:cNvPr>
          <p:cNvSpPr>
            <a:spLocks noGrp="1"/>
          </p:cNvSpPr>
          <p:nvPr>
            <p:ph type="dt" sz="half" idx="14"/>
          </p:nvPr>
        </p:nvSpPr>
        <p:spPr>
          <a:xfrm rot="5400000">
            <a:off x="10469880" y="4892040"/>
            <a:ext cx="2670048" cy="365760"/>
          </a:xfrm>
          <a:prstGeom prst="rect">
            <a:avLst/>
          </a:prstGeom>
        </p:spPr>
        <p:txBody>
          <a:bodyPr/>
          <a:lstStyle/>
          <a:p>
            <a:fld id="{94EFC636-F6E8-4C4D-8568-457972E0BF82}" type="datetime4">
              <a:rPr lang="en-US" smtClean="0"/>
              <a:t>May 15, 2026</a:t>
            </a:fld>
            <a:endParaRPr lang="en-US"/>
          </a:p>
        </p:txBody>
      </p:sp>
    </p:spTree>
    <p:extLst>
      <p:ext uri="{BB962C8B-B14F-4D97-AF65-F5344CB8AC3E}">
        <p14:creationId xmlns:p14="http://schemas.microsoft.com/office/powerpoint/2010/main" val="36760407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344168"/>
            <a:ext cx="3986784" cy="3813048"/>
          </a:xfrm>
          <a:prstGeom prst="rect">
            <a:avLst/>
          </a:prstGeom>
        </p:spPr>
        <p:txBody>
          <a:bodyPr anchor="t">
            <a:normAutofit/>
          </a:bodyPr>
          <a:lstStyle>
            <a:lvl1pPr>
              <a:lnSpc>
                <a:spcPct val="120000"/>
              </a:lnSpc>
              <a:defRPr sz="28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394960" y="1344168"/>
            <a:ext cx="5486400" cy="45811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7" name="Footer Placeholder 6">
            <a:extLst>
              <a:ext uri="{FF2B5EF4-FFF2-40B4-BE49-F238E27FC236}">
                <a16:creationId xmlns:a16="http://schemas.microsoft.com/office/drawing/2014/main" id="{34BCAAF6-AC06-E7D8-D0C6-D9D520E07E6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73D48925-A360-AD49-BC43-5262EA064BDC}"/>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78585171-F384-B8C1-2D82-898DAB291C88}"/>
              </a:ext>
            </a:extLst>
          </p:cNvPr>
          <p:cNvSpPr>
            <a:spLocks noGrp="1"/>
          </p:cNvSpPr>
          <p:nvPr>
            <p:ph type="dt" sz="half" idx="14"/>
          </p:nvPr>
        </p:nvSpPr>
        <p:spPr>
          <a:xfrm rot="5400000">
            <a:off x="10469880" y="4892040"/>
            <a:ext cx="2670048" cy="365760"/>
          </a:xfrm>
          <a:prstGeom prst="rect">
            <a:avLst/>
          </a:prstGeom>
        </p:spPr>
        <p:txBody>
          <a:bodyPr/>
          <a:lstStyle/>
          <a:p>
            <a:fld id="{AFDC1503-F478-4724-A668-233C9A58478D}" type="datetime4">
              <a:rPr lang="en-US" smtClean="0"/>
              <a:t>May 15, 2026</a:t>
            </a:fld>
            <a:endParaRPr lang="en-US"/>
          </a:p>
        </p:txBody>
      </p:sp>
    </p:spTree>
    <p:extLst>
      <p:ext uri="{BB962C8B-B14F-4D97-AF65-F5344CB8AC3E}">
        <p14:creationId xmlns:p14="http://schemas.microsoft.com/office/powerpoint/2010/main" val="23667375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4E3C4E9-3EF9-F1D7-9682-F8F8A212835E}"/>
              </a:ext>
              <a:ext uri="{C183D7F6-B498-43B3-948B-1728B52AA6E4}">
                <adec:decorative xmlns:adec="http://schemas.microsoft.com/office/drawing/2017/decorative" val="1"/>
              </a:ext>
            </a:extLst>
          </p:cNvPr>
          <p:cNvSpPr/>
          <p:nvPr/>
        </p:nvSpPr>
        <p:spPr>
          <a:xfrm>
            <a:off x="0" y="0"/>
            <a:ext cx="6096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Oval 5">
            <a:extLst>
              <a:ext uri="{FF2B5EF4-FFF2-40B4-BE49-F238E27FC236}">
                <a16:creationId xmlns:a16="http://schemas.microsoft.com/office/drawing/2014/main" id="{E6D9E92F-86F7-70EE-6794-AB1238672DBD}"/>
              </a:ext>
              <a:ext uri="{C183D7F6-B498-43B3-948B-1728B52AA6E4}">
                <adec:decorative xmlns:adec="http://schemas.microsoft.com/office/drawing/2017/decorative" val="1"/>
              </a:ext>
            </a:extLst>
          </p:cNvPr>
          <p:cNvSpPr/>
          <p:nvPr/>
        </p:nvSpPr>
        <p:spPr>
          <a:xfrm>
            <a:off x="733197" y="1113411"/>
            <a:ext cx="4629606" cy="46296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42416" y="2286000"/>
            <a:ext cx="3968496" cy="2286000"/>
          </a:xfrm>
          <a:prstGeom prst="rect">
            <a:avLst/>
          </a:prstGeom>
        </p:spPr>
        <p:txBody>
          <a:bodyPr anchor="ctr">
            <a:normAutofit/>
          </a:bodyPr>
          <a:lstStyle>
            <a:lvl1pPr algn="ctr">
              <a:lnSpc>
                <a:spcPct val="120000"/>
              </a:lnSpc>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830568" y="758952"/>
            <a:ext cx="4398264"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4" name="Footer Placeholder 13">
            <a:extLst>
              <a:ext uri="{FF2B5EF4-FFF2-40B4-BE49-F238E27FC236}">
                <a16:creationId xmlns:a16="http://schemas.microsoft.com/office/drawing/2014/main" id="{6B6EFBAA-5DC1-29BB-5E7C-D3161CE848C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5" name="Slide Number Placeholder 14">
            <a:extLst>
              <a:ext uri="{FF2B5EF4-FFF2-40B4-BE49-F238E27FC236}">
                <a16:creationId xmlns:a16="http://schemas.microsoft.com/office/drawing/2014/main" id="{2AB4F126-3659-1B8C-0217-AAEB427F481F}"/>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3" name="Date Placeholder 12">
            <a:extLst>
              <a:ext uri="{FF2B5EF4-FFF2-40B4-BE49-F238E27FC236}">
                <a16:creationId xmlns:a16="http://schemas.microsoft.com/office/drawing/2014/main" id="{C5560928-8A30-5E32-D337-B8F5011C0680}"/>
              </a:ext>
            </a:extLst>
          </p:cNvPr>
          <p:cNvSpPr>
            <a:spLocks noGrp="1"/>
          </p:cNvSpPr>
          <p:nvPr>
            <p:ph type="dt" sz="half" idx="14"/>
          </p:nvPr>
        </p:nvSpPr>
        <p:spPr>
          <a:xfrm rot="5400000">
            <a:off x="10469880" y="4892040"/>
            <a:ext cx="2670048" cy="365760"/>
          </a:xfrm>
          <a:prstGeom prst="rect">
            <a:avLst/>
          </a:prstGeom>
        </p:spPr>
        <p:txBody>
          <a:bodyPr/>
          <a:lstStyle/>
          <a:p>
            <a:fld id="{EEE9064D-9AB2-45E2-A243-3D991F981AD8}" type="datetime4">
              <a:rPr lang="en-US" smtClean="0"/>
              <a:t>May 15, 2026</a:t>
            </a:fld>
            <a:endParaRPr lang="en-US"/>
          </a:p>
        </p:txBody>
      </p:sp>
    </p:spTree>
    <p:extLst>
      <p:ext uri="{BB962C8B-B14F-4D97-AF65-F5344CB8AC3E}">
        <p14:creationId xmlns:p14="http://schemas.microsoft.com/office/powerpoint/2010/main" val="172574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24711" y="1042416"/>
            <a:ext cx="8778239" cy="859536"/>
          </a:xfrm>
          <a:prstGeom prst="rect">
            <a:avLst/>
          </a:prstGeom>
        </p:spPr>
        <p:txBody>
          <a:bodyPr anchor="b">
            <a:normAutofit/>
          </a:bodyPr>
          <a:lstStyle>
            <a:lvl1pPr>
              <a:lnSpc>
                <a:spcPct val="120000"/>
              </a:lnSpc>
              <a:defRPr sz="28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1124712" y="2286000"/>
            <a:ext cx="8778240" cy="385876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7" name="Footer Placeholder 6">
            <a:extLst>
              <a:ext uri="{FF2B5EF4-FFF2-40B4-BE49-F238E27FC236}">
                <a16:creationId xmlns:a16="http://schemas.microsoft.com/office/drawing/2014/main" id="{D61483D3-774D-9D68-68CB-5A937232274F}"/>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C1048750-D97F-4F3E-349E-380EE5D3BD60}"/>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1AB169CA-5488-CD07-6516-947BBA28AB35}"/>
              </a:ext>
            </a:extLst>
          </p:cNvPr>
          <p:cNvSpPr>
            <a:spLocks noGrp="1"/>
          </p:cNvSpPr>
          <p:nvPr>
            <p:ph type="dt" sz="half" idx="14"/>
          </p:nvPr>
        </p:nvSpPr>
        <p:spPr>
          <a:xfrm rot="5400000">
            <a:off x="10469880" y="4892040"/>
            <a:ext cx="2670048" cy="365760"/>
          </a:xfrm>
          <a:prstGeom prst="rect">
            <a:avLst/>
          </a:prstGeom>
        </p:spPr>
        <p:txBody>
          <a:bodyPr/>
          <a:lstStyle/>
          <a:p>
            <a:fld id="{D222765E-6FC3-4FF4-B19E-ED5BAA536ADF}" type="datetime4">
              <a:rPr lang="en-US" smtClean="0"/>
              <a:t>May 15, 2026</a:t>
            </a:fld>
            <a:endParaRPr lang="en-US"/>
          </a:p>
        </p:txBody>
      </p:sp>
    </p:spTree>
    <p:extLst>
      <p:ext uri="{BB962C8B-B14F-4D97-AF65-F5344CB8AC3E}">
        <p14:creationId xmlns:p14="http://schemas.microsoft.com/office/powerpoint/2010/main" val="25343044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4E3C4E9-3EF9-F1D7-9682-F8F8A212835E}"/>
              </a:ext>
              <a:ext uri="{C183D7F6-B498-43B3-948B-1728B52AA6E4}">
                <adec:decorative xmlns:adec="http://schemas.microsoft.com/office/drawing/2017/decorative" val="1"/>
              </a:ext>
            </a:extLst>
          </p:cNvPr>
          <p:cNvSpPr/>
          <p:nvPr/>
        </p:nvSpPr>
        <p:spPr>
          <a:xfrm>
            <a:off x="0" y="0"/>
            <a:ext cx="4050792"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1000" y="758952"/>
            <a:ext cx="3276600" cy="4389120"/>
          </a:xfrm>
          <a:prstGeom prst="rect">
            <a:avLst/>
          </a:prstGeom>
        </p:spPr>
        <p:txBody>
          <a:bodyPr vert="horz" lIns="91440" tIns="45720" rIns="91440" bIns="45720" rtlCol="0" anchor="t">
            <a:normAutofit/>
          </a:bodyPr>
          <a:lstStyle>
            <a:lvl1pPr>
              <a:defRPr lang="en-US" sz="2600" dirty="0">
                <a:solidFill>
                  <a:schemeClr val="bg1"/>
                </a:solidFill>
              </a:defRPr>
            </a:lvl1pPr>
          </a:lstStyle>
          <a:p>
            <a:pPr lvl="0"/>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782312" y="758952"/>
            <a:ext cx="6419088" cy="5330952"/>
          </a:xfrm>
          <a:prstGeom prst="rect">
            <a:avLst/>
          </a:prstGeo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4" name="Footer Placeholder 13">
            <a:extLst>
              <a:ext uri="{FF2B5EF4-FFF2-40B4-BE49-F238E27FC236}">
                <a16:creationId xmlns:a16="http://schemas.microsoft.com/office/drawing/2014/main" id="{6B6EFBAA-5DC1-29BB-5E7C-D3161CE848C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5" name="Slide Number Placeholder 14">
            <a:extLst>
              <a:ext uri="{FF2B5EF4-FFF2-40B4-BE49-F238E27FC236}">
                <a16:creationId xmlns:a16="http://schemas.microsoft.com/office/drawing/2014/main" id="{2AB4F126-3659-1B8C-0217-AAEB427F481F}"/>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3" name="Date Placeholder 12">
            <a:extLst>
              <a:ext uri="{FF2B5EF4-FFF2-40B4-BE49-F238E27FC236}">
                <a16:creationId xmlns:a16="http://schemas.microsoft.com/office/drawing/2014/main" id="{C5560928-8A30-5E32-D337-B8F5011C0680}"/>
              </a:ext>
            </a:extLst>
          </p:cNvPr>
          <p:cNvSpPr>
            <a:spLocks noGrp="1"/>
          </p:cNvSpPr>
          <p:nvPr>
            <p:ph type="dt" sz="half" idx="14"/>
          </p:nvPr>
        </p:nvSpPr>
        <p:spPr>
          <a:xfrm rot="5400000">
            <a:off x="10469880" y="4892040"/>
            <a:ext cx="2670048" cy="365760"/>
          </a:xfrm>
          <a:prstGeom prst="rect">
            <a:avLst/>
          </a:prstGeom>
        </p:spPr>
        <p:txBody>
          <a:bodyPr/>
          <a:lstStyle/>
          <a:p>
            <a:fld id="{70A5E8A2-BE8C-4F0C-A297-8E3F932349F2}" type="datetime4">
              <a:rPr lang="en-US" smtClean="0"/>
              <a:t>May 15, 2026</a:t>
            </a:fld>
            <a:endParaRPr lang="en-US"/>
          </a:p>
        </p:txBody>
      </p:sp>
    </p:spTree>
    <p:extLst>
      <p:ext uri="{BB962C8B-B14F-4D97-AF65-F5344CB8AC3E}">
        <p14:creationId xmlns:p14="http://schemas.microsoft.com/office/powerpoint/2010/main" val="5191745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548640"/>
            <a:ext cx="3026664" cy="4114800"/>
          </a:xfrm>
          <a:prstGeom prst="rect">
            <a:avLst/>
          </a:prstGeom>
        </p:spPr>
        <p:txBody>
          <a:bodyPr anchor="t">
            <a:normAutofit/>
          </a:bodyPr>
          <a:lstStyle>
            <a:lvl1pPr>
              <a:lnSpc>
                <a:spcPct val="120000"/>
              </a:lnSpc>
              <a:defRPr sz="2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187952" y="548640"/>
            <a:ext cx="7159752" cy="59527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7" name="Footer Placeholder 6">
            <a:extLst>
              <a:ext uri="{FF2B5EF4-FFF2-40B4-BE49-F238E27FC236}">
                <a16:creationId xmlns:a16="http://schemas.microsoft.com/office/drawing/2014/main" id="{D61483D3-774D-9D68-68CB-5A937232274F}"/>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C1048750-D97F-4F3E-349E-380EE5D3BD60}"/>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1AB169CA-5488-CD07-6516-947BBA28AB35}"/>
              </a:ext>
            </a:extLst>
          </p:cNvPr>
          <p:cNvSpPr>
            <a:spLocks noGrp="1"/>
          </p:cNvSpPr>
          <p:nvPr>
            <p:ph type="dt" sz="half" idx="14"/>
          </p:nvPr>
        </p:nvSpPr>
        <p:spPr>
          <a:xfrm rot="5400000">
            <a:off x="10469880" y="4892040"/>
            <a:ext cx="2670048" cy="365760"/>
          </a:xfrm>
          <a:prstGeom prst="rect">
            <a:avLst/>
          </a:prstGeom>
        </p:spPr>
        <p:txBody>
          <a:bodyPr/>
          <a:lstStyle/>
          <a:p>
            <a:fld id="{68D5CF3B-4DE2-417A-9628-56DD36111FF5}" type="datetime4">
              <a:rPr lang="en-US" smtClean="0"/>
              <a:t>May 15, 2026</a:t>
            </a:fld>
            <a:endParaRPr lang="en-US"/>
          </a:p>
        </p:txBody>
      </p:sp>
    </p:spTree>
    <p:extLst>
      <p:ext uri="{BB962C8B-B14F-4D97-AF65-F5344CB8AC3E}">
        <p14:creationId xmlns:p14="http://schemas.microsoft.com/office/powerpoint/2010/main" val="26109226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6720840" cy="1152144"/>
          </a:xfrm>
          <a:prstGeom prst="rect">
            <a:avLst/>
          </a:prstGeom>
        </p:spPr>
        <p:txBody>
          <a:bodyPr/>
          <a:lstStyle>
            <a:lvl1pPr>
              <a:lnSpc>
                <a:spcPct val="120000"/>
              </a:lnSpc>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6720840" cy="395020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4" name="Picture Placeholder 3">
            <a:extLst>
              <a:ext uri="{FF2B5EF4-FFF2-40B4-BE49-F238E27FC236}">
                <a16:creationId xmlns:a16="http://schemas.microsoft.com/office/drawing/2014/main" id="{20535D10-41EB-053D-2D2E-87120111A06A}"/>
              </a:ext>
            </a:extLst>
          </p:cNvPr>
          <p:cNvSpPr>
            <a:spLocks noGrp="1"/>
          </p:cNvSpPr>
          <p:nvPr>
            <p:ph type="pic" sz="quarter" idx="18" hasCustomPrompt="1"/>
          </p:nvPr>
        </p:nvSpPr>
        <p:spPr>
          <a:xfrm>
            <a:off x="8132064" y="758952"/>
            <a:ext cx="3300984" cy="5330952"/>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C8EBBEA4-B642-4482-AAAB-F8C968090D5B}" type="datetime4">
              <a:rPr lang="en-US" smtClean="0"/>
              <a:t>May 15, 2026</a:t>
            </a:fld>
            <a:endParaRPr lang="en-US"/>
          </a:p>
        </p:txBody>
      </p:sp>
    </p:spTree>
    <p:extLst>
      <p:ext uri="{BB962C8B-B14F-4D97-AF65-F5344CB8AC3E}">
        <p14:creationId xmlns:p14="http://schemas.microsoft.com/office/powerpoint/2010/main" val="26674668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4782312" y="603504"/>
            <a:ext cx="6464808" cy="1307592"/>
          </a:xfrm>
          <a:prstGeom prst="rect">
            <a:avLst/>
          </a:prstGeom>
        </p:spPr>
        <p:txBody>
          <a:bodyPr/>
          <a:lstStyle>
            <a:lvl1pPr>
              <a:lnSpc>
                <a:spcPct val="120000"/>
              </a:lnSpc>
              <a:defRPr/>
            </a:lvl1pPr>
          </a:lstStyle>
          <a:p>
            <a:r>
              <a:rPr lang="en-US"/>
              <a:t>Click to edit Master title style</a:t>
            </a:r>
          </a:p>
        </p:txBody>
      </p:sp>
      <p:sp>
        <p:nvSpPr>
          <p:cNvPr id="4" name="Picture Placeholder 3">
            <a:extLst>
              <a:ext uri="{FF2B5EF4-FFF2-40B4-BE49-F238E27FC236}">
                <a16:creationId xmlns:a16="http://schemas.microsoft.com/office/drawing/2014/main" id="{20535D10-41EB-053D-2D2E-87120111A06A}"/>
              </a:ext>
            </a:extLst>
          </p:cNvPr>
          <p:cNvSpPr>
            <a:spLocks noGrp="1"/>
          </p:cNvSpPr>
          <p:nvPr>
            <p:ph type="pic" sz="quarter" idx="18" hasCustomPrompt="1"/>
          </p:nvPr>
        </p:nvSpPr>
        <p:spPr>
          <a:xfrm>
            <a:off x="0" y="0"/>
            <a:ext cx="4050792" cy="6858000"/>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782312" y="2258568"/>
            <a:ext cx="6464808" cy="399592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3BA4593D-59CB-492E-ABE2-368F7D46160C}" type="datetime4">
              <a:rPr lang="en-US" smtClean="0"/>
              <a:t>May 15, 2026</a:t>
            </a:fld>
            <a:endParaRPr lang="en-US"/>
          </a:p>
        </p:txBody>
      </p:sp>
    </p:spTree>
    <p:extLst>
      <p:ext uri="{BB962C8B-B14F-4D97-AF65-F5344CB8AC3E}">
        <p14:creationId xmlns:p14="http://schemas.microsoft.com/office/powerpoint/2010/main" val="41199864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7" y="256032"/>
            <a:ext cx="6949439" cy="1124712"/>
          </a:xfrm>
          <a:prstGeom prst="rect">
            <a:avLst/>
          </a:prstGeom>
        </p:spPr>
        <p:txBody>
          <a:bodyPr/>
          <a:lstStyle>
            <a:lvl1pPr>
              <a:lnSpc>
                <a:spcPct val="120000"/>
              </a:lnSpc>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1755648"/>
            <a:ext cx="6949440"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4" name="Picture Placeholder 3">
            <a:extLst>
              <a:ext uri="{FF2B5EF4-FFF2-40B4-BE49-F238E27FC236}">
                <a16:creationId xmlns:a16="http://schemas.microsoft.com/office/drawing/2014/main" id="{A7C02181-FA39-ABBD-5759-8846E0FE79F6}"/>
              </a:ext>
            </a:extLst>
          </p:cNvPr>
          <p:cNvSpPr>
            <a:spLocks noGrp="1"/>
          </p:cNvSpPr>
          <p:nvPr>
            <p:ph type="pic" sz="quarter" idx="18" hasCustomPrompt="1"/>
          </p:nvPr>
        </p:nvSpPr>
        <p:spPr>
          <a:xfrm>
            <a:off x="8129016" y="758952"/>
            <a:ext cx="3300984" cy="5330952"/>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A6A8C34F-BCF9-44D6-9A61-F95110E279A3}" type="datetime4">
              <a:rPr lang="en-US" smtClean="0"/>
              <a:t>May 15, 2026</a:t>
            </a:fld>
            <a:endParaRPr lang="en-US"/>
          </a:p>
        </p:txBody>
      </p:sp>
    </p:spTree>
    <p:extLst>
      <p:ext uri="{BB962C8B-B14F-4D97-AF65-F5344CB8AC3E}">
        <p14:creationId xmlns:p14="http://schemas.microsoft.com/office/powerpoint/2010/main" val="18097443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674914"/>
            <a:ext cx="4544568" cy="1228925"/>
          </a:xfrm>
          <a:prstGeom prst="rect">
            <a:avLst/>
          </a:prstGeom>
        </p:spPr>
        <p:txBody>
          <a:bodyPr/>
          <a:lstStyle>
            <a:lvl1pPr>
              <a:lnSpc>
                <a:spcPct val="120000"/>
              </a:lnSpc>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4544568" cy="395020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5958293" y="750863"/>
            <a:ext cx="5358384" cy="535838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B0C3BB61-8B73-424D-8581-F409903383E2}" type="datetime4">
              <a:rPr lang="en-US" smtClean="0"/>
              <a:t>May 15, 2026</a:t>
            </a:fld>
            <a:endParaRPr lang="en-US"/>
          </a:p>
        </p:txBody>
      </p:sp>
    </p:spTree>
    <p:extLst>
      <p:ext uri="{BB962C8B-B14F-4D97-AF65-F5344CB8AC3E}">
        <p14:creationId xmlns:p14="http://schemas.microsoft.com/office/powerpoint/2010/main" val="19883354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5477256" cy="1143000"/>
          </a:xfrm>
          <a:prstGeom prst="rect">
            <a:avLst/>
          </a:prstGeom>
        </p:spPr>
        <p:txBody>
          <a:bodyPr/>
          <a:lstStyle>
            <a:lvl1pPr>
              <a:lnSpc>
                <a:spcPct val="120000"/>
              </a:lnSpc>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5330952"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6638544" y="1115568"/>
            <a:ext cx="4626864" cy="462686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E02D6E6F-2358-4D77-93A9-B458204A23A8}" type="datetime4">
              <a:rPr lang="en-US" smtClean="0"/>
              <a:t>May 15, 2026</a:t>
            </a:fld>
            <a:endParaRPr lang="en-US"/>
          </a:p>
        </p:txBody>
      </p:sp>
    </p:spTree>
    <p:extLst>
      <p:ext uri="{BB962C8B-B14F-4D97-AF65-F5344CB8AC3E}">
        <p14:creationId xmlns:p14="http://schemas.microsoft.com/office/powerpoint/2010/main" val="7285343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10506456" cy="621792"/>
          </a:xfrm>
          <a:prstGeom prst="rect">
            <a:avLst/>
          </a:prstGeom>
        </p:spPr>
        <p:txBody>
          <a:bodyPr/>
          <a:lstStyle>
            <a:lvl1pPr>
              <a:lnSpc>
                <a:spcPct val="120000"/>
              </a:lnSpc>
              <a:defRPr/>
            </a:lvl1pPr>
          </a:lstStyle>
          <a:p>
            <a:r>
              <a:rPr lang="en-US"/>
              <a:t>Click to edit Master title style</a:t>
            </a:r>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612648" y="1837944"/>
            <a:ext cx="4261104" cy="426110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742432" y="1755648"/>
            <a:ext cx="5376672" cy="4416552"/>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6706A190-8EBD-4794-A851-92BB5E0BDD4D}" type="datetime4">
              <a:rPr lang="en-US" smtClean="0"/>
              <a:t>May 15, 2026</a:t>
            </a:fld>
            <a:endParaRPr lang="en-US"/>
          </a:p>
        </p:txBody>
      </p:sp>
    </p:spTree>
    <p:extLst>
      <p:ext uri="{BB962C8B-B14F-4D97-AF65-F5344CB8AC3E}">
        <p14:creationId xmlns:p14="http://schemas.microsoft.com/office/powerpoint/2010/main" val="39824149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58952"/>
            <a:ext cx="4736592" cy="1143000"/>
          </a:xfrm>
          <a:prstGeom prst="rect">
            <a:avLst/>
          </a:prstGeom>
        </p:spPr>
        <p:txBody>
          <a:bodyPr vert="horz" lIns="91440" tIns="45720" rIns="91440" bIns="45720" rtlCol="0" anchor="b">
            <a:normAutofit/>
          </a:bodyPr>
          <a:lstStyle>
            <a:lvl1pPr>
              <a:defRPr lang="en-US" dirty="0"/>
            </a:lvl1pPr>
          </a:lstStyle>
          <a:p>
            <a:pPr lvl="0">
              <a:lnSpc>
                <a:spcPct val="120000"/>
              </a:lnSpc>
            </a:pPr>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4754880"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hasCustomPrompt="1"/>
          </p:nvPr>
        </p:nvSpPr>
        <p:spPr>
          <a:xfrm>
            <a:off x="6083808" y="0"/>
            <a:ext cx="6108192" cy="6857999"/>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F84BFA0D-9A5F-4EE3-A3FD-82A86EE972AE}" type="datetime4">
              <a:rPr lang="en-US" smtClean="0"/>
              <a:t>May 15, 2026</a:t>
            </a:fld>
            <a:endParaRPr lang="en-US"/>
          </a:p>
        </p:txBody>
      </p:sp>
    </p:spTree>
    <p:extLst>
      <p:ext uri="{BB962C8B-B14F-4D97-AF65-F5344CB8AC3E}">
        <p14:creationId xmlns:p14="http://schemas.microsoft.com/office/powerpoint/2010/main" val="3482342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E0D260-A526-F079-44B3-C9B03816FFDD}"/>
              </a:ext>
            </a:extLst>
          </p:cNvPr>
          <p:cNvSpPr>
            <a:spLocks noGrp="1"/>
          </p:cNvSpPr>
          <p:nvPr>
            <p:ph type="title"/>
          </p:nvPr>
        </p:nvSpPr>
        <p:spPr>
          <a:xfrm>
            <a:off x="7569582" y="758952"/>
            <a:ext cx="3842130" cy="1143000"/>
          </a:xfrm>
          <a:prstGeom prst="rect">
            <a:avLst/>
          </a:prstGeom>
        </p:spPr>
        <p:txBody>
          <a:bodyPr/>
          <a:lstStyle/>
          <a:p>
            <a:r>
              <a:rPr lang="en-US"/>
              <a:t>Click to edit Master title style</a:t>
            </a:r>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hasCustomPrompt="1"/>
          </p:nvPr>
        </p:nvSpPr>
        <p:spPr>
          <a:xfrm>
            <a:off x="-1" y="0"/>
            <a:ext cx="6835155" cy="6857999"/>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569582" y="2258568"/>
            <a:ext cx="3700397"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4FD3D564-0365-46F9-82BC-CDD300CEFE62}" type="datetime4">
              <a:rPr lang="en-US" smtClean="0"/>
              <a:t>May 15, 2026</a:t>
            </a:fld>
            <a:endParaRPr lang="en-US"/>
          </a:p>
        </p:txBody>
      </p:sp>
    </p:spTree>
    <p:extLst>
      <p:ext uri="{BB962C8B-B14F-4D97-AF65-F5344CB8AC3E}">
        <p14:creationId xmlns:p14="http://schemas.microsoft.com/office/powerpoint/2010/main" val="3451082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58952"/>
            <a:ext cx="3704970" cy="1143000"/>
          </a:xfrm>
          <a:prstGeom prst="rect">
            <a:avLst/>
          </a:prstGeom>
        </p:spPr>
        <p:txBody>
          <a:bodyPr vert="horz" lIns="91440" tIns="45720" rIns="91440" bIns="45720" rtlCol="0" anchor="b">
            <a:normAutofit/>
          </a:bodyPr>
          <a:lstStyle>
            <a:lvl1pPr>
              <a:defRPr lang="en-US" dirty="0"/>
            </a:lvl1pPr>
          </a:lstStyle>
          <a:p>
            <a:pPr lvl="0">
              <a:lnSpc>
                <a:spcPct val="120000"/>
              </a:lnSpc>
            </a:pPr>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9" y="2258568"/>
            <a:ext cx="3704970"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hasCustomPrompt="1"/>
          </p:nvPr>
        </p:nvSpPr>
        <p:spPr>
          <a:xfrm>
            <a:off x="5069897" y="758952"/>
            <a:ext cx="6360104" cy="5330952"/>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C7397E9B-E8AE-4203-8459-BAC5DBFA1928}" type="datetime4">
              <a:rPr lang="en-US" smtClean="0"/>
              <a:t>May 15, 2026</a:t>
            </a:fld>
            <a:endParaRPr lang="en-US"/>
          </a:p>
        </p:txBody>
      </p:sp>
    </p:spTree>
    <p:extLst>
      <p:ext uri="{BB962C8B-B14F-4D97-AF65-F5344CB8AC3E}">
        <p14:creationId xmlns:p14="http://schemas.microsoft.com/office/powerpoint/2010/main" val="400776737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73619" y="1078992"/>
            <a:ext cx="2898648" cy="1947672"/>
          </a:xfrm>
          <a:prstGeom prst="rect">
            <a:avLst/>
          </a:prstGeom>
        </p:spPr>
        <p:txBody>
          <a:bodyPr vert="horz" lIns="91440" tIns="45720" rIns="91440" bIns="45720" rtlCol="0" anchor="b">
            <a:normAutofit/>
          </a:bodyPr>
          <a:lstStyle>
            <a:lvl1pPr>
              <a:defRPr lang="en-US" sz="2600" dirty="0"/>
            </a:lvl1pPr>
          </a:lstStyle>
          <a:p>
            <a:pPr lvl="0">
              <a:lnSpc>
                <a:spcPct val="120000"/>
              </a:lnSpc>
            </a:pPr>
            <a:r>
              <a:rPr lang="en-US"/>
              <a:t>Click to edit Master title style</a:t>
            </a:r>
          </a:p>
        </p:txBody>
      </p:sp>
      <p:sp>
        <p:nvSpPr>
          <p:cNvPr id="12" name="Picture Placeholder 11">
            <a:extLst>
              <a:ext uri="{FF2B5EF4-FFF2-40B4-BE49-F238E27FC236}">
                <a16:creationId xmlns:a16="http://schemas.microsoft.com/office/drawing/2014/main" id="{91A58A98-8307-74B9-8466-17F65EA798AC}"/>
              </a:ext>
            </a:extLst>
          </p:cNvPr>
          <p:cNvSpPr>
            <a:spLocks noGrp="1"/>
          </p:cNvSpPr>
          <p:nvPr>
            <p:ph type="pic" sz="quarter" idx="18" hasCustomPrompt="1"/>
          </p:nvPr>
        </p:nvSpPr>
        <p:spPr>
          <a:xfrm>
            <a:off x="0" y="0"/>
            <a:ext cx="7810394" cy="6858000"/>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73619" y="3099816"/>
            <a:ext cx="2898648" cy="2953512"/>
          </a:xfrm>
          <a:prstGeom prst="rect">
            <a:avLst/>
          </a:prstGeom>
        </p:spPr>
        <p:txBody>
          <a:bodyPr vert="horz" lIns="91440" tIns="45720" rIns="91440" bIns="45720" rtlCol="0">
            <a:normAutofit/>
          </a:bodyPr>
          <a:lstStyle>
            <a:lvl1pPr marL="0" indent="0">
              <a:buNone/>
              <a:defRPr lang="en-US" sz="16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9488F9E5-3D9D-C4E8-DF44-34F555905C9C}"/>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37F38DE2-1429-FE2C-93AA-9AB9D9950E29}"/>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78FAB3D1-987F-D6AE-2703-22238530CE39}"/>
              </a:ext>
            </a:extLst>
          </p:cNvPr>
          <p:cNvSpPr>
            <a:spLocks noGrp="1"/>
          </p:cNvSpPr>
          <p:nvPr>
            <p:ph type="dt" sz="half" idx="15"/>
          </p:nvPr>
        </p:nvSpPr>
        <p:spPr>
          <a:xfrm rot="5400000">
            <a:off x="10469880" y="4892040"/>
            <a:ext cx="2670048" cy="365760"/>
          </a:xfrm>
          <a:prstGeom prst="rect">
            <a:avLst/>
          </a:prstGeom>
        </p:spPr>
        <p:txBody>
          <a:bodyPr/>
          <a:lstStyle/>
          <a:p>
            <a:fld id="{32CF74C9-AA5A-4DD7-9934-B71855E316A9}" type="datetime4">
              <a:rPr lang="en-US" smtClean="0"/>
              <a:t>May 15, 2026</a:t>
            </a:fld>
            <a:endParaRPr lang="en-US"/>
          </a:p>
        </p:txBody>
      </p:sp>
    </p:spTree>
    <p:extLst>
      <p:ext uri="{BB962C8B-B14F-4D97-AF65-F5344CB8AC3E}">
        <p14:creationId xmlns:p14="http://schemas.microsoft.com/office/powerpoint/2010/main" val="27664342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910328"/>
            <a:ext cx="3621024" cy="1386300"/>
          </a:xfrm>
          <a:prstGeom prst="rect">
            <a:avLst/>
          </a:prstGeom>
        </p:spPr>
        <p:txBody>
          <a:bodyPr vert="horz" lIns="91440" tIns="45720" rIns="91440" bIns="45720" rtlCol="0" anchor="t">
            <a:normAutofit/>
          </a:bodyPr>
          <a:lstStyle>
            <a:lvl1pPr>
              <a:defRPr lang="en-US" sz="2400" dirty="0"/>
            </a:lvl1pPr>
          </a:lstStyle>
          <a:p>
            <a:pPr lvl="0">
              <a:lnSpc>
                <a:spcPct val="120000"/>
              </a:lnSpc>
            </a:pPr>
            <a:r>
              <a:rPr lang="en-US"/>
              <a:t>Click to edit Master title style</a:t>
            </a:r>
          </a:p>
        </p:txBody>
      </p:sp>
      <p:sp>
        <p:nvSpPr>
          <p:cNvPr id="11" name="Picture Placeholder 10">
            <a:extLst>
              <a:ext uri="{FF2B5EF4-FFF2-40B4-BE49-F238E27FC236}">
                <a16:creationId xmlns:a16="http://schemas.microsoft.com/office/drawing/2014/main" id="{39DAB963-58B8-E061-879B-826ED90F4AD9}"/>
              </a:ext>
            </a:extLst>
          </p:cNvPr>
          <p:cNvSpPr>
            <a:spLocks noGrp="1"/>
          </p:cNvSpPr>
          <p:nvPr>
            <p:ph type="pic" sz="quarter" idx="19" hasCustomPrompt="1"/>
          </p:nvPr>
        </p:nvSpPr>
        <p:spPr>
          <a:xfrm>
            <a:off x="740664" y="0"/>
            <a:ext cx="10680192" cy="4562856"/>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956048" y="4910328"/>
            <a:ext cx="6473952" cy="1499616"/>
          </a:xfrm>
          <a:prstGeom prst="rect">
            <a:avLst/>
          </a:prstGeom>
        </p:spPr>
        <p:txBody>
          <a:bodyPr vert="horz" lIns="91440" tIns="45720" rIns="91440" bIns="45720" rtlCol="0">
            <a:normAutofit/>
          </a:bodyPr>
          <a:lstStyle>
            <a:lvl1pPr marL="0" indent="0">
              <a:buNone/>
              <a:defRPr lang="en-US" sz="16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4" name="Footer Placeholder 3">
            <a:extLst>
              <a:ext uri="{FF2B5EF4-FFF2-40B4-BE49-F238E27FC236}">
                <a16:creationId xmlns:a16="http://schemas.microsoft.com/office/drawing/2014/main" id="{3490BDC3-84FA-EB76-95E5-B0B30F2D695B}"/>
              </a:ext>
            </a:extLst>
          </p:cNvPr>
          <p:cNvSpPr>
            <a:spLocks noGrp="1"/>
          </p:cNvSpPr>
          <p:nvPr>
            <p:ph type="ftr" sz="quarter" idx="17"/>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E5928215-E177-7864-608E-E316FDF22E31}"/>
              </a:ext>
            </a:extLst>
          </p:cNvPr>
          <p:cNvSpPr>
            <a:spLocks noGrp="1"/>
          </p:cNvSpPr>
          <p:nvPr>
            <p:ph type="sldNum" sz="quarter" idx="18"/>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5A3E53CA-A1D0-15C5-B9BF-4F653C8DE88C}"/>
              </a:ext>
            </a:extLst>
          </p:cNvPr>
          <p:cNvSpPr>
            <a:spLocks noGrp="1"/>
          </p:cNvSpPr>
          <p:nvPr>
            <p:ph type="dt" sz="half" idx="16"/>
          </p:nvPr>
        </p:nvSpPr>
        <p:spPr>
          <a:xfrm rot="5400000">
            <a:off x="10469880" y="4892040"/>
            <a:ext cx="2670048" cy="365760"/>
          </a:xfrm>
          <a:prstGeom prst="rect">
            <a:avLst/>
          </a:prstGeom>
        </p:spPr>
        <p:txBody>
          <a:bodyPr/>
          <a:lstStyle/>
          <a:p>
            <a:fld id="{222A1667-4A0F-48F9-BBF1-D3EC6E1022BA}" type="datetime4">
              <a:rPr lang="en-US" smtClean="0"/>
              <a:t>May 15, 2026</a:t>
            </a:fld>
            <a:endParaRPr lang="en-US"/>
          </a:p>
        </p:txBody>
      </p:sp>
    </p:spTree>
    <p:extLst>
      <p:ext uri="{BB962C8B-B14F-4D97-AF65-F5344CB8AC3E}">
        <p14:creationId xmlns:p14="http://schemas.microsoft.com/office/powerpoint/2010/main" val="9770513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457200"/>
            <a:ext cx="10735056" cy="923544"/>
          </a:xfrm>
          <a:prstGeom prst="rect">
            <a:avLst/>
          </a:prstGeom>
        </p:spPr>
        <p:txBody>
          <a:bodyPr/>
          <a:lstStyle>
            <a:lvl1pPr>
              <a:lnSpc>
                <a:spcPct val="120000"/>
              </a:lnSpc>
              <a:defRPr/>
            </a:lvl1pPr>
          </a:lstStyle>
          <a:p>
            <a:r>
              <a:rPr lang="en-US"/>
              <a:t>Click to edit Master title style</a:t>
            </a:r>
          </a:p>
        </p:txBody>
      </p:sp>
      <p:sp>
        <p:nvSpPr>
          <p:cNvPr id="4" name="Picture Placeholder 3">
            <a:extLst>
              <a:ext uri="{FF2B5EF4-FFF2-40B4-BE49-F238E27FC236}">
                <a16:creationId xmlns:a16="http://schemas.microsoft.com/office/drawing/2014/main" id="{A7C02181-FA39-ABBD-5759-8846E0FE79F6}"/>
              </a:ext>
            </a:extLst>
          </p:cNvPr>
          <p:cNvSpPr>
            <a:spLocks noGrp="1"/>
          </p:cNvSpPr>
          <p:nvPr>
            <p:ph type="pic" sz="quarter" idx="18" hasCustomPrompt="1"/>
          </p:nvPr>
        </p:nvSpPr>
        <p:spPr>
          <a:xfrm>
            <a:off x="612648" y="1892808"/>
            <a:ext cx="3054096" cy="4206240"/>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187952" y="1755648"/>
            <a:ext cx="7159752"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DF247505-D930-4024-8CFE-611E51146D16}" type="datetime4">
              <a:rPr lang="en-US" smtClean="0"/>
              <a:t>May 15, 2026</a:t>
            </a:fld>
            <a:endParaRPr lang="en-US"/>
          </a:p>
        </p:txBody>
      </p:sp>
    </p:spTree>
    <p:extLst>
      <p:ext uri="{BB962C8B-B14F-4D97-AF65-F5344CB8AC3E}">
        <p14:creationId xmlns:p14="http://schemas.microsoft.com/office/powerpoint/2010/main" val="38212284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26CE5D-5E71-34E9-21B5-8EEB677BAF70}"/>
              </a:ext>
              <a:ext uri="{C183D7F6-B498-43B3-948B-1728B52AA6E4}">
                <adec:decorative xmlns:adec="http://schemas.microsoft.com/office/drawing/2017/decorative" val="1"/>
              </a:ext>
            </a:extLst>
          </p:cNvPr>
          <p:cNvSpPr/>
          <p:nvPr/>
        </p:nvSpPr>
        <p:spPr>
          <a:xfrm>
            <a:off x="0" y="0"/>
            <a:ext cx="4050792"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3995928"/>
            <a:ext cx="3127248" cy="2093976"/>
          </a:xfrm>
          <a:prstGeom prst="rect">
            <a:avLst/>
          </a:prstGeom>
        </p:spPr>
        <p:txBody>
          <a:bodyPr vert="horz" lIns="91440" tIns="45720" rIns="91440" bIns="45720" rtlCol="0" anchor="ctr">
            <a:normAutofit/>
          </a:bodyPr>
          <a:lstStyle>
            <a:lvl1pPr algn="ctr">
              <a:defRPr lang="en-US" sz="2600" dirty="0">
                <a:solidFill>
                  <a:schemeClr val="bg1"/>
                </a:solidFill>
              </a:defRPr>
            </a:lvl1pPr>
          </a:lstStyle>
          <a:p>
            <a:pPr lvl="0">
              <a:lnSpc>
                <a:spcPct val="120000"/>
              </a:lnSpc>
            </a:pPr>
            <a:r>
              <a:rPr lang="en-US"/>
              <a:t>Click to edit Master title style</a:t>
            </a:r>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649224" y="813816"/>
            <a:ext cx="2752344" cy="275234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782312" y="758952"/>
            <a:ext cx="6382512"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defRPr>
            </a:lvl1pPr>
          </a:lstStyle>
          <a:p>
            <a:fld id="{B5DAC964-5ED5-4E3D-98A1-C42D2BF958CA}" type="datetime4">
              <a:rPr lang="en-US" smtClean="0"/>
              <a:t>May 15, 2026</a:t>
            </a:fld>
            <a:endParaRPr lang="en-US"/>
          </a:p>
        </p:txBody>
      </p:sp>
    </p:spTree>
    <p:extLst>
      <p:ext uri="{BB962C8B-B14F-4D97-AF65-F5344CB8AC3E}">
        <p14:creationId xmlns:p14="http://schemas.microsoft.com/office/powerpoint/2010/main" val="37055828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19477"/>
            <a:ext cx="4617720" cy="1197864"/>
          </a:xfrm>
          <a:prstGeom prst="rect">
            <a:avLst/>
          </a:prstGeom>
        </p:spPr>
        <p:txBody>
          <a:bodyPr vert="horz" lIns="91440" tIns="45720" rIns="91440" bIns="45720" rtlCol="0" anchor="t">
            <a:normAutofit/>
          </a:bodyPr>
          <a:lstStyle>
            <a:lvl1pPr>
              <a:defRPr lang="en-US"/>
            </a:lvl1pPr>
          </a:lstStyle>
          <a:p>
            <a:pPr lvl="0"/>
            <a:r>
              <a:rPr lang="en-US"/>
              <a:t>Click to edit Master title style</a:t>
            </a:r>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950976" y="2148840"/>
            <a:ext cx="3877056" cy="3877056"/>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843016" y="950976"/>
            <a:ext cx="5586984"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defRPr>
            </a:lvl1pPr>
          </a:lstStyle>
          <a:p>
            <a:fld id="{9EC1A304-701C-41E4-B1CD-607E1F9CDC82}" type="datetime4">
              <a:rPr lang="en-US" smtClean="0"/>
              <a:t>May 15, 2026</a:t>
            </a:fld>
            <a:endParaRPr lang="en-US"/>
          </a:p>
        </p:txBody>
      </p:sp>
    </p:spTree>
    <p:extLst>
      <p:ext uri="{BB962C8B-B14F-4D97-AF65-F5344CB8AC3E}">
        <p14:creationId xmlns:p14="http://schemas.microsoft.com/office/powerpoint/2010/main" val="161502917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832104"/>
            <a:ext cx="3026664" cy="1975104"/>
          </a:xfrm>
          <a:prstGeom prst="rect">
            <a:avLst/>
          </a:prstGeom>
        </p:spPr>
        <p:txBody>
          <a:bodyPr vert="horz" lIns="91440" tIns="45720" rIns="91440" bIns="45720" rtlCol="0" anchor="t">
            <a:normAutofit/>
          </a:bodyPr>
          <a:lstStyle>
            <a:lvl1pPr>
              <a:defRPr lang="en-US" sz="2600"/>
            </a:lvl1pPr>
          </a:lstStyle>
          <a:p>
            <a:pPr lvl="0">
              <a:lnSpc>
                <a:spcPct val="120000"/>
              </a:lnSpc>
            </a:pPr>
            <a:r>
              <a:rPr lang="en-US"/>
              <a:t>Click to edit Master title style</a:t>
            </a:r>
          </a:p>
        </p:txBody>
      </p:sp>
      <p:sp>
        <p:nvSpPr>
          <p:cNvPr id="4" name="Picture Placeholder 3">
            <a:extLst>
              <a:ext uri="{FF2B5EF4-FFF2-40B4-BE49-F238E27FC236}">
                <a16:creationId xmlns:a16="http://schemas.microsoft.com/office/drawing/2014/main" id="{B62DDFA9-B759-66BE-7432-9BA3B78BA115}"/>
              </a:ext>
            </a:extLst>
          </p:cNvPr>
          <p:cNvSpPr>
            <a:spLocks noGrp="1"/>
          </p:cNvSpPr>
          <p:nvPr>
            <p:ph type="pic" sz="quarter" idx="15" hasCustomPrompt="1"/>
          </p:nvPr>
        </p:nvSpPr>
        <p:spPr>
          <a:xfrm>
            <a:off x="749808" y="3127248"/>
            <a:ext cx="2752344" cy="2971800"/>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187952" y="832104"/>
            <a:ext cx="7159752" cy="52669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0" name="Footer Placeholder 9">
            <a:extLst>
              <a:ext uri="{FF2B5EF4-FFF2-40B4-BE49-F238E27FC236}">
                <a16:creationId xmlns:a16="http://schemas.microsoft.com/office/drawing/2014/main" id="{1132C641-BBC6-FDF1-6E07-A4ECB6F4E075}"/>
              </a:ext>
            </a:extLst>
          </p:cNvPr>
          <p:cNvSpPr>
            <a:spLocks noGrp="1"/>
          </p:cNvSpPr>
          <p:nvPr>
            <p:ph type="ftr" sz="quarter" idx="17"/>
          </p:nvPr>
        </p:nvSpPr>
        <p:spPr/>
        <p:txBody>
          <a:bodyPr/>
          <a:lstStyle/>
          <a:p>
            <a:pPr algn="r"/>
            <a:r>
              <a:rPr lang="en-US"/>
              <a:t>Sample Footer Text</a:t>
            </a:r>
          </a:p>
        </p:txBody>
      </p:sp>
      <p:sp>
        <p:nvSpPr>
          <p:cNvPr id="11" name="Slide Number Placeholder 10">
            <a:extLst>
              <a:ext uri="{FF2B5EF4-FFF2-40B4-BE49-F238E27FC236}">
                <a16:creationId xmlns:a16="http://schemas.microsoft.com/office/drawing/2014/main" id="{A269CA60-CDC8-6DFB-019E-C9EAC0FF936A}"/>
              </a:ext>
            </a:extLst>
          </p:cNvPr>
          <p:cNvSpPr>
            <a:spLocks noGrp="1"/>
          </p:cNvSpPr>
          <p:nvPr>
            <p:ph type="sldNum" sz="quarter" idx="18"/>
          </p:nvPr>
        </p:nvSpPr>
        <p:spPr/>
        <p:txBody>
          <a:bodyPr/>
          <a:lstStyle/>
          <a:p>
            <a:pPr algn="ctr"/>
            <a:fld id="{8D252C1B-CBF0-4A4D-8F57-7FB989103249}" type="slidenum">
              <a:rPr lang="en-US" smtClean="0"/>
              <a:pPr algn="ctr"/>
              <a:t>‹#›</a:t>
            </a:fld>
            <a:endParaRPr lang="en-US"/>
          </a:p>
        </p:txBody>
      </p:sp>
      <p:sp>
        <p:nvSpPr>
          <p:cNvPr id="9" name="Date Placeholder 8">
            <a:extLst>
              <a:ext uri="{FF2B5EF4-FFF2-40B4-BE49-F238E27FC236}">
                <a16:creationId xmlns:a16="http://schemas.microsoft.com/office/drawing/2014/main" id="{EA71B670-6276-528F-4109-EE99F8B6D502}"/>
              </a:ext>
            </a:extLst>
          </p:cNvPr>
          <p:cNvSpPr>
            <a:spLocks noGrp="1"/>
          </p:cNvSpPr>
          <p:nvPr>
            <p:ph type="dt" sz="half" idx="16"/>
          </p:nvPr>
        </p:nvSpPr>
        <p:spPr/>
        <p:txBody>
          <a:bodyPr/>
          <a:lstStyle/>
          <a:p>
            <a:fld id="{1995FD63-C051-4851-A820-8DDBF241CA60}" type="datetime4">
              <a:rPr lang="en-US" smtClean="0"/>
              <a:t>May 15, 2026</a:t>
            </a:fld>
            <a:endParaRPr lang="en-US"/>
          </a:p>
        </p:txBody>
      </p:sp>
    </p:spTree>
    <p:extLst>
      <p:ext uri="{BB962C8B-B14F-4D97-AF65-F5344CB8AC3E}">
        <p14:creationId xmlns:p14="http://schemas.microsoft.com/office/powerpoint/2010/main" val="12327450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6F16E8A-F858-76B7-7703-ABB82298AB22}"/>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0E65EC-69D1-FAC9-D6E5-6E8A2AB82A01}"/>
              </a:ext>
            </a:extLst>
          </p:cNvPr>
          <p:cNvSpPr>
            <a:spLocks noGrp="1"/>
          </p:cNvSpPr>
          <p:nvPr>
            <p:ph type="title"/>
          </p:nvPr>
        </p:nvSpPr>
        <p:spPr>
          <a:xfrm>
            <a:off x="2331720" y="4828032"/>
            <a:ext cx="7525512" cy="1545336"/>
          </a:xfrm>
        </p:spPr>
        <p:txBody>
          <a:bodyPr anchor="t">
            <a:normAutofit/>
          </a:bodyPr>
          <a:lstStyle>
            <a:lvl1pPr marL="0" algn="ctr">
              <a:lnSpc>
                <a:spcPct val="130000"/>
              </a:lnSpc>
              <a:spcBef>
                <a:spcPts val="0"/>
              </a:spcBef>
              <a:defRPr sz="2800" b="0" cap="none" spc="0" baseline="0">
                <a:solidFill>
                  <a:schemeClr val="tx1"/>
                </a:solidFill>
                <a:latin typeface="+mn-lt"/>
              </a:defRPr>
            </a:lvl1pPr>
          </a:lstStyle>
          <a:p>
            <a:r>
              <a:rPr lang="en-US"/>
              <a:t>Click to edit Master title style</a:t>
            </a:r>
          </a:p>
        </p:txBody>
      </p:sp>
      <p:sp>
        <p:nvSpPr>
          <p:cNvPr id="8" name="Content Placeholder 7">
            <a:extLst>
              <a:ext uri="{FF2B5EF4-FFF2-40B4-BE49-F238E27FC236}">
                <a16:creationId xmlns:a16="http://schemas.microsoft.com/office/drawing/2014/main" id="{E207DB61-BE6C-9AEA-49B9-291425132BD9}"/>
              </a:ext>
            </a:extLst>
          </p:cNvPr>
          <p:cNvSpPr>
            <a:spLocks noGrp="1"/>
          </p:cNvSpPr>
          <p:nvPr>
            <p:ph sz="quarter" idx="13" hasCustomPrompt="1"/>
          </p:nvPr>
        </p:nvSpPr>
        <p:spPr>
          <a:xfrm>
            <a:off x="822960" y="548640"/>
            <a:ext cx="10543032" cy="4114800"/>
          </a:xfrm>
        </p:spPr>
        <p:txBody>
          <a:bodyPr anchor="b">
            <a:normAutofit/>
          </a:bodyPr>
          <a:lstStyle>
            <a:lvl1pPr marL="0" indent="0" algn="ctr">
              <a:lnSpc>
                <a:spcPct val="120000"/>
              </a:lnSpc>
              <a:spcBef>
                <a:spcPts val="0"/>
              </a:spcBef>
              <a:buNone/>
              <a:defRPr sz="23200" b="1" spc="500" baseline="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 name="Footer Placeholder 2">
            <a:extLst>
              <a:ext uri="{FF2B5EF4-FFF2-40B4-BE49-F238E27FC236}">
                <a16:creationId xmlns:a16="http://schemas.microsoft.com/office/drawing/2014/main" id="{47D970E4-89C7-FDD7-2F15-A6B821976CD9}"/>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4" name="Slide Number Placeholder 3">
            <a:extLst>
              <a:ext uri="{FF2B5EF4-FFF2-40B4-BE49-F238E27FC236}">
                <a16:creationId xmlns:a16="http://schemas.microsoft.com/office/drawing/2014/main" id="{E7721770-26D7-706F-0EDB-A445E203E012}"/>
              </a:ext>
            </a:extLst>
          </p:cNvPr>
          <p:cNvSpPr>
            <a:spLocks noGrp="1"/>
          </p:cNvSpPr>
          <p:nvPr>
            <p:ph type="sldNum" sz="quarter" idx="11"/>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5" name="Date Placeholder 4">
            <a:extLst>
              <a:ext uri="{FF2B5EF4-FFF2-40B4-BE49-F238E27FC236}">
                <a16:creationId xmlns:a16="http://schemas.microsoft.com/office/drawing/2014/main" id="{BC55A4EF-CED2-308E-B4C9-D9B9653D2AD1}"/>
              </a:ext>
            </a:extLst>
          </p:cNvPr>
          <p:cNvSpPr>
            <a:spLocks noGrp="1"/>
          </p:cNvSpPr>
          <p:nvPr>
            <p:ph type="dt" sz="half" idx="12"/>
          </p:nvPr>
        </p:nvSpPr>
        <p:spPr/>
        <p:txBody>
          <a:bodyPr/>
          <a:lstStyle>
            <a:lvl1pPr>
              <a:defRPr>
                <a:solidFill>
                  <a:schemeClr val="tx1"/>
                </a:solidFill>
              </a:defRPr>
            </a:lvl1pPr>
          </a:lstStyle>
          <a:p>
            <a:fld id="{B78997B2-9003-48CD-B83A-C903A0638E6F}" type="datetime4">
              <a:rPr lang="en-US" smtClean="0"/>
              <a:t>May 15, 2026</a:t>
            </a:fld>
            <a:endParaRPr lang="en-US"/>
          </a:p>
        </p:txBody>
      </p:sp>
    </p:spTree>
    <p:extLst>
      <p:ext uri="{BB962C8B-B14F-4D97-AF65-F5344CB8AC3E}">
        <p14:creationId xmlns:p14="http://schemas.microsoft.com/office/powerpoint/2010/main" val="2809540061"/>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043AE59-31BF-4CD0-B64D-488B187044AD}"/>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FEF9AB3-605A-C45F-3FFA-AEF6C0D87134}"/>
              </a:ext>
              <a:ext uri="{C183D7F6-B498-43B3-948B-1728B52AA6E4}">
                <adec:decorative xmlns:adec="http://schemas.microsoft.com/office/drawing/2017/decorative" val="1"/>
              </a:ext>
            </a:extLst>
          </p:cNvPr>
          <p:cNvSpPr/>
          <p:nvPr/>
        </p:nvSpPr>
        <p:spPr>
          <a:xfrm>
            <a:off x="829587" y="753291"/>
            <a:ext cx="5356272" cy="535627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640B12-A59E-654A-6E7E-8CBC32CC5C12}"/>
              </a:ext>
            </a:extLst>
          </p:cNvPr>
          <p:cNvSpPr>
            <a:spLocks noGrp="1"/>
          </p:cNvSpPr>
          <p:nvPr>
            <p:ph type="title"/>
          </p:nvPr>
        </p:nvSpPr>
        <p:spPr>
          <a:xfrm>
            <a:off x="7132320" y="1481328"/>
            <a:ext cx="3977640" cy="3886200"/>
          </a:xfrm>
        </p:spPr>
        <p:txBody>
          <a:bodyPr anchor="ctr"/>
          <a:lstStyle>
            <a:lvl1pPr algn="ctr">
              <a:spcBef>
                <a:spcPts val="1000"/>
              </a:spcBef>
              <a:defRPr b="0" cap="none" spc="0" baseline="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8AA62E67-6EFE-A657-9851-29A1E17F2C61}"/>
              </a:ext>
            </a:extLst>
          </p:cNvPr>
          <p:cNvSpPr>
            <a:spLocks noGrp="1"/>
          </p:cNvSpPr>
          <p:nvPr>
            <p:ph sz="quarter" idx="13" hasCustomPrompt="1"/>
          </p:nvPr>
        </p:nvSpPr>
        <p:spPr>
          <a:xfrm>
            <a:off x="1005840" y="1399032"/>
            <a:ext cx="5029200" cy="3886200"/>
          </a:xfrm>
        </p:spPr>
        <p:txBody>
          <a:bodyPr anchor="ctr">
            <a:normAutofit/>
          </a:bodyPr>
          <a:lstStyle>
            <a:lvl1pPr marL="0" indent="0" algn="ctr">
              <a:lnSpc>
                <a:spcPct val="120000"/>
              </a:lnSpc>
              <a:spcBef>
                <a:spcPts val="0"/>
              </a:spcBef>
              <a:buNone/>
              <a:defRPr sz="16500" b="1" spc="500" baseline="0">
                <a:solidFill>
                  <a:schemeClr val="bg1"/>
                </a:solidFill>
                <a:latin typeface="+mj-lt"/>
              </a:defRPr>
            </a:lvl1pPr>
            <a:lvl2pPr marL="228600" indent="0">
              <a:buNone/>
              <a:defRPr/>
            </a:lvl2pPr>
          </a:lstStyle>
          <a:p>
            <a:pPr lvl="0"/>
            <a:r>
              <a:rPr lang="en-US"/>
              <a:t>##%</a:t>
            </a:r>
          </a:p>
        </p:txBody>
      </p:sp>
      <p:sp>
        <p:nvSpPr>
          <p:cNvPr id="3" name="Footer Placeholder 2">
            <a:extLst>
              <a:ext uri="{FF2B5EF4-FFF2-40B4-BE49-F238E27FC236}">
                <a16:creationId xmlns:a16="http://schemas.microsoft.com/office/drawing/2014/main" id="{980B5812-D54A-2810-00A5-4B3384EA458C}"/>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4" name="Slide Number Placeholder 3">
            <a:extLst>
              <a:ext uri="{FF2B5EF4-FFF2-40B4-BE49-F238E27FC236}">
                <a16:creationId xmlns:a16="http://schemas.microsoft.com/office/drawing/2014/main" id="{FC0F3867-F89A-4A63-8E1F-30A9D8443513}"/>
              </a:ext>
            </a:extLst>
          </p:cNvPr>
          <p:cNvSpPr>
            <a:spLocks noGrp="1"/>
          </p:cNvSpPr>
          <p:nvPr>
            <p:ph type="sldNum" sz="quarter" idx="11"/>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5" name="Date Placeholder 4">
            <a:extLst>
              <a:ext uri="{FF2B5EF4-FFF2-40B4-BE49-F238E27FC236}">
                <a16:creationId xmlns:a16="http://schemas.microsoft.com/office/drawing/2014/main" id="{AAA9ED1A-DC2B-ED35-A437-746FE2AE3EFA}"/>
              </a:ext>
            </a:extLst>
          </p:cNvPr>
          <p:cNvSpPr>
            <a:spLocks noGrp="1"/>
          </p:cNvSpPr>
          <p:nvPr>
            <p:ph type="dt" sz="half" idx="12"/>
          </p:nvPr>
        </p:nvSpPr>
        <p:spPr/>
        <p:txBody>
          <a:bodyPr/>
          <a:lstStyle>
            <a:lvl1pPr>
              <a:defRPr>
                <a:solidFill>
                  <a:schemeClr val="tx1"/>
                </a:solidFill>
              </a:defRPr>
            </a:lvl1pPr>
          </a:lstStyle>
          <a:p>
            <a:fld id="{E231C0BD-AF59-4F1B-B4C9-58747A5032BD}" type="datetime4">
              <a:rPr lang="en-US" smtClean="0"/>
              <a:t>May 15, 2026</a:t>
            </a:fld>
            <a:endParaRPr lang="en-US"/>
          </a:p>
        </p:txBody>
      </p:sp>
    </p:spTree>
    <p:extLst>
      <p:ext uri="{BB962C8B-B14F-4D97-AF65-F5344CB8AC3E}">
        <p14:creationId xmlns:p14="http://schemas.microsoft.com/office/powerpoint/2010/main" val="269654719"/>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41F36-A966-D880-C890-0B3EA3C978B6}"/>
              </a:ext>
            </a:extLst>
          </p:cNvPr>
          <p:cNvSpPr>
            <a:spLocks noGrp="1"/>
          </p:cNvSpPr>
          <p:nvPr>
            <p:ph type="title"/>
          </p:nvPr>
        </p:nvSpPr>
        <p:spPr>
          <a:xfrm>
            <a:off x="621792" y="5157216"/>
            <a:ext cx="6931152" cy="1353312"/>
          </a:xfrm>
        </p:spPr>
        <p:txBody>
          <a:bodyPr vert="horz" lIns="91440" tIns="45720" rIns="91440" bIns="45720" rtlCol="0" anchor="ctr">
            <a:normAutofit/>
          </a:bodyPr>
          <a:lstStyle>
            <a:lvl1pPr>
              <a:defRPr lang="en-US" b="0" cap="none" spc="0" baseline="0" dirty="0">
                <a:latin typeface="+mn-lt"/>
              </a:defRPr>
            </a:lvl1pPr>
          </a:lstStyle>
          <a:p>
            <a:pPr lvl="0"/>
            <a:r>
              <a:rPr lang="en-US"/>
              <a:t>Click to edit Master title style</a:t>
            </a:r>
          </a:p>
        </p:txBody>
      </p:sp>
      <p:sp>
        <p:nvSpPr>
          <p:cNvPr id="7" name="Content Placeholder 6">
            <a:extLst>
              <a:ext uri="{FF2B5EF4-FFF2-40B4-BE49-F238E27FC236}">
                <a16:creationId xmlns:a16="http://schemas.microsoft.com/office/drawing/2014/main" id="{5B8CC9FE-E9AE-82C9-1D49-0568AE22C3A3}"/>
              </a:ext>
            </a:extLst>
          </p:cNvPr>
          <p:cNvSpPr>
            <a:spLocks noGrp="1"/>
          </p:cNvSpPr>
          <p:nvPr>
            <p:ph sz="quarter" idx="13" hasCustomPrompt="1"/>
          </p:nvPr>
        </p:nvSpPr>
        <p:spPr>
          <a:xfrm>
            <a:off x="621792" y="603504"/>
            <a:ext cx="10716768" cy="4206240"/>
          </a:xfrm>
        </p:spPr>
        <p:txBody>
          <a:bodyPr vert="horz" lIns="91440" tIns="45720" rIns="91440" bIns="45720" rtlCol="0" anchor="ctr">
            <a:normAutofit/>
          </a:bodyPr>
          <a:lstStyle>
            <a:lvl1pPr marL="0" indent="0">
              <a:lnSpc>
                <a:spcPct val="120000"/>
              </a:lnSpc>
              <a:spcBef>
                <a:spcPts val="0"/>
              </a:spcBef>
              <a:buNone/>
              <a:defRPr lang="en-US" sz="39000" b="1" spc="500" baseline="0" dirty="0">
                <a:latin typeface="+mj-lt"/>
              </a:defRPr>
            </a:lvl1pPr>
          </a:lstStyle>
          <a:p>
            <a:pPr lvl="0"/>
            <a:r>
              <a:rPr lang="en-US"/>
              <a:t>##%</a:t>
            </a:r>
          </a:p>
        </p:txBody>
      </p:sp>
      <p:sp>
        <p:nvSpPr>
          <p:cNvPr id="3" name="Footer Placeholder 2">
            <a:extLst>
              <a:ext uri="{FF2B5EF4-FFF2-40B4-BE49-F238E27FC236}">
                <a16:creationId xmlns:a16="http://schemas.microsoft.com/office/drawing/2014/main" id="{29FA889A-0E94-96F7-790B-F7EF9DDB147D}"/>
              </a:ext>
            </a:extLst>
          </p:cNvPr>
          <p:cNvSpPr>
            <a:spLocks noGrp="1"/>
          </p:cNvSpPr>
          <p:nvPr>
            <p:ph type="ftr" sz="quarter" idx="10"/>
          </p:nvPr>
        </p:nvSpPr>
        <p:spPr/>
        <p:txBody>
          <a:bodyPr/>
          <a:lstStyle/>
          <a:p>
            <a:pPr algn="r"/>
            <a:r>
              <a:rPr lang="en-US"/>
              <a:t>Sample Footer Text</a:t>
            </a:r>
          </a:p>
        </p:txBody>
      </p:sp>
      <p:sp>
        <p:nvSpPr>
          <p:cNvPr id="4" name="Slide Number Placeholder 3">
            <a:extLst>
              <a:ext uri="{FF2B5EF4-FFF2-40B4-BE49-F238E27FC236}">
                <a16:creationId xmlns:a16="http://schemas.microsoft.com/office/drawing/2014/main" id="{2E4FEE4D-78A2-B098-B481-6CC916DC93AF}"/>
              </a:ext>
            </a:extLst>
          </p:cNvPr>
          <p:cNvSpPr>
            <a:spLocks noGrp="1"/>
          </p:cNvSpPr>
          <p:nvPr>
            <p:ph type="sldNum" sz="quarter" idx="11"/>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625CB889-1611-4735-09D2-89114FF81E80}"/>
              </a:ext>
            </a:extLst>
          </p:cNvPr>
          <p:cNvSpPr>
            <a:spLocks noGrp="1"/>
          </p:cNvSpPr>
          <p:nvPr>
            <p:ph type="dt" sz="half" idx="12"/>
          </p:nvPr>
        </p:nvSpPr>
        <p:spPr/>
        <p:txBody>
          <a:bodyPr/>
          <a:lstStyle/>
          <a:p>
            <a:fld id="{116C72B1-0A2D-429D-B2B1-BF5B377D1D89}" type="datetime4">
              <a:rPr lang="en-US" smtClean="0"/>
              <a:t>May 15, 2026</a:t>
            </a:fld>
            <a:endParaRPr lang="en-US"/>
          </a:p>
        </p:txBody>
      </p:sp>
    </p:spTree>
    <p:extLst>
      <p:ext uri="{BB962C8B-B14F-4D97-AF65-F5344CB8AC3E}">
        <p14:creationId xmlns:p14="http://schemas.microsoft.com/office/powerpoint/2010/main" val="61228428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823960" cy="5605272"/>
          </a:xfrm>
          <a:prstGeom prst="rect">
            <a:avLst/>
          </a:prstGeom>
        </p:spPr>
        <p:txBody>
          <a:bodyPr anchor="ctr">
            <a:normAutofit/>
          </a:bodyPr>
          <a:lstStyle>
            <a:lvl1pPr marL="0" indent="0">
              <a:lnSpc>
                <a:spcPct val="100000"/>
              </a:lnSpc>
              <a:buNone/>
              <a:defRPr sz="6600" b="1">
                <a:latin typeface="+mj-lt"/>
              </a:defRPr>
            </a:lvl1pPr>
            <a:lvl2pPr marL="228600" indent="0">
              <a:lnSpc>
                <a:spcPct val="100000"/>
              </a:lnSpc>
              <a:buNone/>
              <a:defRPr sz="6000" b="1">
                <a:latin typeface="+mj-lt"/>
              </a:defRPr>
            </a:lvl2pPr>
            <a:lvl3pPr marL="457200" indent="0">
              <a:lnSpc>
                <a:spcPct val="100000"/>
              </a:lnSpc>
              <a:buNone/>
              <a:defRPr sz="5400" b="1">
                <a:latin typeface="+mj-lt"/>
              </a:defRPr>
            </a:lvl3pPr>
            <a:lvl4pPr marL="685800" indent="0">
              <a:lnSpc>
                <a:spcPct val="100000"/>
              </a:lnSpc>
              <a:buNone/>
              <a:defRPr sz="4800" b="1">
                <a:latin typeface="+mj-lt"/>
              </a:defRPr>
            </a:lvl4pPr>
            <a:lvl5pPr marL="914400" indent="0">
              <a:lnSpc>
                <a:spcPct val="100000"/>
              </a:lnSpc>
              <a:buNone/>
              <a:defRPr sz="4400" b="1">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C238DD6E-BA45-325F-FC98-6AB079993A27}"/>
              </a:ext>
            </a:extLst>
          </p:cNvPr>
          <p:cNvSpPr>
            <a:spLocks noGrp="1"/>
          </p:cNvSpPr>
          <p:nvPr>
            <p:ph type="ftr" sz="quarter" idx="15"/>
          </p:nvPr>
        </p:nvSpPr>
        <p:spPr/>
        <p:txBody>
          <a:bodyPr/>
          <a:lstStyle/>
          <a:p>
            <a:pPr algn="r"/>
            <a:r>
              <a:rPr lang="en-US"/>
              <a:t>Sample Footer Text</a:t>
            </a:r>
          </a:p>
        </p:txBody>
      </p:sp>
      <p:sp>
        <p:nvSpPr>
          <p:cNvPr id="9" name="Slide Number Placeholder 8">
            <a:extLst>
              <a:ext uri="{FF2B5EF4-FFF2-40B4-BE49-F238E27FC236}">
                <a16:creationId xmlns:a16="http://schemas.microsoft.com/office/drawing/2014/main" id="{84561359-17E3-A6CE-455E-CE886396C407}"/>
              </a:ext>
            </a:extLst>
          </p:cNvPr>
          <p:cNvSpPr>
            <a:spLocks noGrp="1"/>
          </p:cNvSpPr>
          <p:nvPr>
            <p:ph type="sldNum" sz="quarter" idx="16"/>
          </p:nvPr>
        </p:nvSpPr>
        <p:spPr/>
        <p:txBody>
          <a:bodyPr/>
          <a:lstStyle/>
          <a:p>
            <a:pPr algn="ctr"/>
            <a:fld id="{8D252C1B-CBF0-4A4D-8F57-7FB989103249}" type="slidenum">
              <a:rPr lang="en-US" smtClean="0"/>
              <a:pPr algn="ctr"/>
              <a:t>‹#›</a:t>
            </a:fld>
            <a:endParaRPr lang="en-US"/>
          </a:p>
        </p:txBody>
      </p:sp>
      <p:sp>
        <p:nvSpPr>
          <p:cNvPr id="6" name="Date Placeholder 5">
            <a:extLst>
              <a:ext uri="{FF2B5EF4-FFF2-40B4-BE49-F238E27FC236}">
                <a16:creationId xmlns:a16="http://schemas.microsoft.com/office/drawing/2014/main" id="{3B755257-CD66-9127-946E-3A75867E9B50}"/>
              </a:ext>
            </a:extLst>
          </p:cNvPr>
          <p:cNvSpPr>
            <a:spLocks noGrp="1"/>
          </p:cNvSpPr>
          <p:nvPr>
            <p:ph type="dt" sz="half" idx="14"/>
          </p:nvPr>
        </p:nvSpPr>
        <p:spPr/>
        <p:txBody>
          <a:bodyPr/>
          <a:lstStyle/>
          <a:p>
            <a:fld id="{F4CD7DA1-433E-4F42-9B26-CF2D550CE4CE}" type="datetime4">
              <a:rPr lang="en-US" smtClean="0"/>
              <a:t>May 15, 2026</a:t>
            </a:fld>
            <a:endParaRPr lang="en-US"/>
          </a:p>
        </p:txBody>
      </p:sp>
    </p:spTree>
    <p:extLst>
      <p:ext uri="{BB962C8B-B14F-4D97-AF65-F5344CB8AC3E}">
        <p14:creationId xmlns:p14="http://schemas.microsoft.com/office/powerpoint/2010/main" val="21742257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CDCB91B-F7AB-C799-1090-5C309D0D60A3}"/>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52DDDF4-404D-D47E-DF36-45AD969EF65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45996" y="1243585"/>
            <a:ext cx="9363456" cy="4352544"/>
          </a:xfrm>
          <a:prstGeom prst="rect">
            <a:avLst/>
          </a:prstGeom>
        </p:spPr>
        <p:txBody>
          <a:bodyPr anchor="b">
            <a:normAutofit/>
          </a:bodyPr>
          <a:lstStyle>
            <a:lvl1pPr marL="0" indent="0">
              <a:lnSpc>
                <a:spcPct val="100000"/>
              </a:lnSpc>
              <a:buNone/>
              <a:defRPr sz="5400" b="1">
                <a:solidFill>
                  <a:schemeClr val="tx1"/>
                </a:solidFill>
                <a:latin typeface="+mj-lt"/>
              </a:defRPr>
            </a:lvl1pPr>
            <a:lvl2pPr marL="228600" indent="0">
              <a:lnSpc>
                <a:spcPct val="100000"/>
              </a:lnSpc>
              <a:buNone/>
              <a:defRPr sz="4800" b="1">
                <a:solidFill>
                  <a:schemeClr val="tx1"/>
                </a:solidFill>
                <a:latin typeface="+mj-lt"/>
              </a:defRPr>
            </a:lvl2pPr>
            <a:lvl3pPr marL="457200" indent="0">
              <a:lnSpc>
                <a:spcPct val="100000"/>
              </a:lnSpc>
              <a:buNone/>
              <a:defRPr sz="4400" b="1">
                <a:solidFill>
                  <a:schemeClr val="tx1"/>
                </a:solidFill>
                <a:latin typeface="+mj-lt"/>
              </a:defRPr>
            </a:lvl3pPr>
            <a:lvl4pPr marL="685800" indent="0">
              <a:lnSpc>
                <a:spcPct val="100000"/>
              </a:lnSpc>
              <a:buNone/>
              <a:defRPr sz="4000" b="1">
                <a:solidFill>
                  <a:schemeClr val="tx1"/>
                </a:solidFill>
                <a:latin typeface="+mj-lt"/>
              </a:defRPr>
            </a:lvl4pPr>
            <a:lvl5pPr marL="914400" indent="0">
              <a:lnSpc>
                <a:spcPct val="100000"/>
              </a:lnSpc>
              <a:buNone/>
              <a:defRPr sz="3600" b="1">
                <a:solidFill>
                  <a:schemeClr val="tx1"/>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7BF4B512-F99C-D9B7-72D2-817D72EBA2DB}"/>
              </a:ext>
            </a:extLst>
          </p:cNvPr>
          <p:cNvSpPr>
            <a:spLocks noGrp="1"/>
          </p:cNvSpPr>
          <p:nvPr>
            <p:ph type="ftr" sz="quarter" idx="15"/>
          </p:nvPr>
        </p:nvSpPr>
        <p:spPr/>
        <p:txBody>
          <a:bodyPr/>
          <a:lstStyle>
            <a:lvl1pPr>
              <a:defRPr>
                <a:solidFill>
                  <a:schemeClr val="bg1"/>
                </a:solidFill>
              </a:defRPr>
            </a:lvl1pPr>
          </a:lstStyle>
          <a:p>
            <a:r>
              <a:rPr lang="en-US"/>
              <a:t>Sample Footer Text</a:t>
            </a:r>
          </a:p>
        </p:txBody>
      </p:sp>
      <p:sp>
        <p:nvSpPr>
          <p:cNvPr id="10" name="Slide Number Placeholder 9">
            <a:extLst>
              <a:ext uri="{FF2B5EF4-FFF2-40B4-BE49-F238E27FC236}">
                <a16:creationId xmlns:a16="http://schemas.microsoft.com/office/drawing/2014/main" id="{63845CAD-AC7C-64D8-6E51-EE79214F6F82}"/>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8" name="Date Placeholder 7">
            <a:extLst>
              <a:ext uri="{FF2B5EF4-FFF2-40B4-BE49-F238E27FC236}">
                <a16:creationId xmlns:a16="http://schemas.microsoft.com/office/drawing/2014/main" id="{C50EBA60-CA19-124A-5E9C-A6B0920F6C60}"/>
              </a:ext>
            </a:extLst>
          </p:cNvPr>
          <p:cNvSpPr>
            <a:spLocks noGrp="1"/>
          </p:cNvSpPr>
          <p:nvPr>
            <p:ph type="dt" sz="half" idx="14"/>
          </p:nvPr>
        </p:nvSpPr>
        <p:spPr/>
        <p:txBody>
          <a:bodyPr/>
          <a:lstStyle>
            <a:lvl1pPr>
              <a:defRPr>
                <a:solidFill>
                  <a:schemeClr val="bg1"/>
                </a:solidFill>
              </a:defRPr>
            </a:lvl1pPr>
          </a:lstStyle>
          <a:p>
            <a:fld id="{83AB15FE-21A4-45E6-A659-0B78C0AFE145}" type="datetime4">
              <a:rPr lang="en-US" smtClean="0"/>
              <a:t>May 15, 2026</a:t>
            </a:fld>
            <a:endParaRPr lang="en-US"/>
          </a:p>
        </p:txBody>
      </p:sp>
    </p:spTree>
    <p:extLst>
      <p:ext uri="{BB962C8B-B14F-4D97-AF65-F5344CB8AC3E}">
        <p14:creationId xmlns:p14="http://schemas.microsoft.com/office/powerpoint/2010/main" val="547053885"/>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8E9CBC3-FB2F-021E-EC50-10053B0965CA}"/>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537E67D-6FAD-0A99-C787-882ED71E23B1}"/>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78305" y="1725930"/>
            <a:ext cx="8835390" cy="3406140"/>
          </a:xfrm>
          <a:prstGeom prst="rect">
            <a:avLst/>
          </a:prstGeom>
        </p:spPr>
        <p:txBody>
          <a:bodyPr anchor="ctr">
            <a:normAutofit/>
          </a:bodyPr>
          <a:lstStyle>
            <a:lvl1pPr marL="0" indent="0" algn="ctr">
              <a:lnSpc>
                <a:spcPct val="120000"/>
              </a:lnSpc>
              <a:buNone/>
              <a:defRPr sz="2800" b="1" cap="all" spc="400" baseline="0">
                <a:solidFill>
                  <a:schemeClr val="tx1"/>
                </a:solidFill>
                <a:latin typeface="+mj-lt"/>
              </a:defRPr>
            </a:lvl1pPr>
            <a:lvl2pPr marL="228600" indent="0" algn="ctr">
              <a:lnSpc>
                <a:spcPct val="120000"/>
              </a:lnSpc>
              <a:buNone/>
              <a:defRPr sz="2400" b="1" cap="all" spc="400" baseline="0">
                <a:solidFill>
                  <a:schemeClr val="tx1"/>
                </a:solidFill>
                <a:latin typeface="+mj-lt"/>
              </a:defRPr>
            </a:lvl2pPr>
            <a:lvl3pPr marL="457200" indent="0" algn="ctr">
              <a:lnSpc>
                <a:spcPct val="120000"/>
              </a:lnSpc>
              <a:buNone/>
              <a:defRPr sz="2000" b="1" cap="all" spc="400" baseline="0">
                <a:solidFill>
                  <a:schemeClr val="tx1"/>
                </a:solidFill>
                <a:latin typeface="+mj-lt"/>
              </a:defRPr>
            </a:lvl3pPr>
            <a:lvl4pPr marL="685800" indent="0" algn="ctr">
              <a:lnSpc>
                <a:spcPct val="120000"/>
              </a:lnSpc>
              <a:buNone/>
              <a:defRPr sz="1800" b="1" cap="all" spc="400" baseline="0">
                <a:solidFill>
                  <a:schemeClr val="tx1"/>
                </a:solidFill>
                <a:latin typeface="+mj-lt"/>
              </a:defRPr>
            </a:lvl4pPr>
            <a:lvl5pPr marL="914400" indent="0" algn="ctr">
              <a:lnSpc>
                <a:spcPct val="120000"/>
              </a:lnSpc>
              <a:buNone/>
              <a:defRPr sz="1600" b="1" cap="all" spc="400" baseline="0">
                <a:solidFill>
                  <a:schemeClr val="tx1"/>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3DE137C-5ECC-1E5D-1B32-66980AF57C90}"/>
              </a:ext>
            </a:extLst>
          </p:cNvPr>
          <p:cNvSpPr>
            <a:spLocks noGrp="1"/>
          </p:cNvSpPr>
          <p:nvPr>
            <p:ph type="ftr" sz="quarter" idx="15"/>
          </p:nvPr>
        </p:nvSpPr>
        <p:spPr/>
        <p:txBody>
          <a:bodyPr/>
          <a:lstStyle>
            <a:lvl1pPr>
              <a:defRPr>
                <a:solidFill>
                  <a:schemeClr val="bg1"/>
                </a:solidFill>
              </a:defRPr>
            </a:lvl1pPr>
          </a:lstStyle>
          <a:p>
            <a:r>
              <a:rPr lang="en-US"/>
              <a:t>Sample Footer Text</a:t>
            </a:r>
          </a:p>
        </p:txBody>
      </p:sp>
      <p:sp>
        <p:nvSpPr>
          <p:cNvPr id="6" name="Slide Number Placeholder 5">
            <a:extLst>
              <a:ext uri="{FF2B5EF4-FFF2-40B4-BE49-F238E27FC236}">
                <a16:creationId xmlns:a16="http://schemas.microsoft.com/office/drawing/2014/main" id="{F449DE64-06FD-C076-B922-72AA597784C2}"/>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4" name="Date Placeholder 3">
            <a:extLst>
              <a:ext uri="{FF2B5EF4-FFF2-40B4-BE49-F238E27FC236}">
                <a16:creationId xmlns:a16="http://schemas.microsoft.com/office/drawing/2014/main" id="{9B256F58-A38D-4FF6-B9F8-7CB586DD10DF}"/>
              </a:ext>
            </a:extLst>
          </p:cNvPr>
          <p:cNvSpPr>
            <a:spLocks noGrp="1"/>
          </p:cNvSpPr>
          <p:nvPr>
            <p:ph type="dt" sz="half" idx="14"/>
          </p:nvPr>
        </p:nvSpPr>
        <p:spPr/>
        <p:txBody>
          <a:bodyPr/>
          <a:lstStyle>
            <a:lvl1pPr>
              <a:defRPr>
                <a:solidFill>
                  <a:schemeClr val="bg1"/>
                </a:solidFill>
              </a:defRPr>
            </a:lvl1pPr>
          </a:lstStyle>
          <a:p>
            <a:fld id="{6278CC93-B0F3-4283-8974-85855996F404}" type="datetime4">
              <a:rPr lang="en-US" smtClean="0"/>
              <a:t>May 15, 2026</a:t>
            </a:fld>
            <a:endParaRPr lang="en-US"/>
          </a:p>
        </p:txBody>
      </p:sp>
    </p:spTree>
    <p:extLst>
      <p:ext uri="{BB962C8B-B14F-4D97-AF65-F5344CB8AC3E}">
        <p14:creationId xmlns:p14="http://schemas.microsoft.com/office/powerpoint/2010/main" val="357035756"/>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0B047BF-CD59-858F-FEF7-4BA0796EAB44}"/>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47B0D95-DF22-57F5-3C15-D2F909A7A2BD}"/>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D90803-9DC8-DCE0-C7B4-CC97922ED804}"/>
              </a:ext>
            </a:extLst>
          </p:cNvPr>
          <p:cNvSpPr>
            <a:spLocks noGrp="1"/>
          </p:cNvSpPr>
          <p:nvPr>
            <p:ph type="title" hasCustomPrompt="1"/>
          </p:nvPr>
        </p:nvSpPr>
        <p:spPr>
          <a:xfrm>
            <a:off x="1472184" y="5148072"/>
            <a:ext cx="8887968" cy="594360"/>
          </a:xfrm>
        </p:spPr>
        <p:txBody>
          <a:bodyPr anchor="ctr">
            <a:normAutofit/>
          </a:bodyPr>
          <a:lstStyle>
            <a:lvl1pPr>
              <a:defRPr sz="1800" cap="none" spc="0" baseline="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898352C0-F184-BC65-77D9-FE1CE18255C4}"/>
              </a:ext>
            </a:extLst>
          </p:cNvPr>
          <p:cNvSpPr>
            <a:spLocks noGrp="1"/>
          </p:cNvSpPr>
          <p:nvPr>
            <p:ph sz="quarter" idx="13" hasCustomPrompt="1"/>
          </p:nvPr>
        </p:nvSpPr>
        <p:spPr>
          <a:xfrm>
            <a:off x="1289304" y="1344168"/>
            <a:ext cx="9070848" cy="3209544"/>
          </a:xfrm>
        </p:spPr>
        <p:txBody>
          <a:bodyPr anchor="ctr">
            <a:normAutofit/>
          </a:bodyPr>
          <a:lstStyle>
            <a:lvl1pPr marL="219456" indent="-219456">
              <a:lnSpc>
                <a:spcPct val="120000"/>
              </a:lnSpc>
              <a:buNone/>
              <a:defRPr sz="3200" b="1" cap="all" spc="500" baseline="0">
                <a:solidFill>
                  <a:schemeClr val="tx1"/>
                </a:solidFill>
                <a:latin typeface="+mj-lt"/>
              </a:defRPr>
            </a:lvl1pPr>
          </a:lstStyle>
          <a:p>
            <a:pPr lvl="0"/>
            <a:r>
              <a:rPr lang="en-US"/>
              <a:t>Click to edit Quote</a:t>
            </a:r>
          </a:p>
        </p:txBody>
      </p:sp>
      <p:sp>
        <p:nvSpPr>
          <p:cNvPr id="11" name="Footer Placeholder 10">
            <a:extLst>
              <a:ext uri="{FF2B5EF4-FFF2-40B4-BE49-F238E27FC236}">
                <a16:creationId xmlns:a16="http://schemas.microsoft.com/office/drawing/2014/main" id="{86BF1104-41B7-684E-F9A9-1628C76ECC2B}"/>
              </a:ext>
            </a:extLst>
          </p:cNvPr>
          <p:cNvSpPr>
            <a:spLocks noGrp="1"/>
          </p:cNvSpPr>
          <p:nvPr>
            <p:ph type="ftr" sz="quarter" idx="15"/>
          </p:nvPr>
        </p:nvSpPr>
        <p:spPr/>
        <p:txBody>
          <a:bodyPr/>
          <a:lstStyle>
            <a:lvl1pPr>
              <a:defRPr>
                <a:solidFill>
                  <a:schemeClr val="bg1"/>
                </a:solidFill>
              </a:defRPr>
            </a:lvl1pPr>
          </a:lstStyle>
          <a:p>
            <a:r>
              <a:rPr lang="en-US"/>
              <a:t>Sample Footer Text</a:t>
            </a:r>
          </a:p>
        </p:txBody>
      </p:sp>
      <p:sp>
        <p:nvSpPr>
          <p:cNvPr id="12" name="Slide Number Placeholder 11">
            <a:extLst>
              <a:ext uri="{FF2B5EF4-FFF2-40B4-BE49-F238E27FC236}">
                <a16:creationId xmlns:a16="http://schemas.microsoft.com/office/drawing/2014/main" id="{48FBF88A-AA04-CBE1-0E79-CE2CFF4D7D33}"/>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10" name="Date Placeholder 9">
            <a:extLst>
              <a:ext uri="{FF2B5EF4-FFF2-40B4-BE49-F238E27FC236}">
                <a16:creationId xmlns:a16="http://schemas.microsoft.com/office/drawing/2014/main" id="{003D9FE4-1C94-9ACB-155D-315DFA0F7362}"/>
              </a:ext>
            </a:extLst>
          </p:cNvPr>
          <p:cNvSpPr>
            <a:spLocks noGrp="1"/>
          </p:cNvSpPr>
          <p:nvPr>
            <p:ph type="dt" sz="half" idx="14"/>
          </p:nvPr>
        </p:nvSpPr>
        <p:spPr/>
        <p:txBody>
          <a:bodyPr/>
          <a:lstStyle>
            <a:lvl1pPr>
              <a:defRPr>
                <a:solidFill>
                  <a:schemeClr val="bg1"/>
                </a:solidFill>
              </a:defRPr>
            </a:lvl1pPr>
          </a:lstStyle>
          <a:p>
            <a:fld id="{92A23E84-B586-4994-9C0A-517325DCBE7E}" type="datetime4">
              <a:rPr lang="en-US" smtClean="0"/>
              <a:t>May 15, 2026</a:t>
            </a:fld>
            <a:endParaRPr lang="en-US"/>
          </a:p>
        </p:txBody>
      </p:sp>
    </p:spTree>
    <p:extLst>
      <p:ext uri="{BB962C8B-B14F-4D97-AF65-F5344CB8AC3E}">
        <p14:creationId xmlns:p14="http://schemas.microsoft.com/office/powerpoint/2010/main" val="3185577367"/>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A3DAA-DB6D-3DD5-791D-6C11F750B10C}"/>
              </a:ext>
            </a:extLst>
          </p:cNvPr>
          <p:cNvSpPr>
            <a:spLocks noGrp="1"/>
          </p:cNvSpPr>
          <p:nvPr>
            <p:ph type="title" hasCustomPrompt="1"/>
          </p:nvPr>
        </p:nvSpPr>
        <p:spPr>
          <a:xfrm>
            <a:off x="838200" y="5513832"/>
            <a:ext cx="9400032" cy="758952"/>
          </a:xfrm>
        </p:spPr>
        <p:txBody>
          <a:bodyPr>
            <a:normAutofit/>
          </a:bodyPr>
          <a:lstStyle>
            <a:lvl1pPr>
              <a:lnSpc>
                <a:spcPct val="130000"/>
              </a:lnSpc>
              <a:spcBef>
                <a:spcPts val="1000"/>
              </a:spcBef>
              <a:defRPr sz="1800" b="0" cap="none" spc="0" baseline="0">
                <a:latin typeface="+mn-lt"/>
              </a:defRPr>
            </a:lvl1pPr>
          </a:lstStyle>
          <a:p>
            <a:r>
              <a:rPr lang="en-US"/>
              <a:t>Quote Author</a:t>
            </a:r>
          </a:p>
        </p:txBody>
      </p:sp>
      <p:sp>
        <p:nvSpPr>
          <p:cNvPr id="7" name="Content Placeholder 6">
            <a:extLst>
              <a:ext uri="{FF2B5EF4-FFF2-40B4-BE49-F238E27FC236}">
                <a16:creationId xmlns:a16="http://schemas.microsoft.com/office/drawing/2014/main" id="{0D10BE25-847A-7528-A168-580A13743FD2}"/>
              </a:ext>
            </a:extLst>
          </p:cNvPr>
          <p:cNvSpPr>
            <a:spLocks noGrp="1"/>
          </p:cNvSpPr>
          <p:nvPr>
            <p:ph sz="quarter" idx="13" hasCustomPrompt="1"/>
          </p:nvPr>
        </p:nvSpPr>
        <p:spPr>
          <a:xfrm>
            <a:off x="594360" y="1371600"/>
            <a:ext cx="9646920" cy="4059936"/>
          </a:xfrm>
        </p:spPr>
        <p:txBody>
          <a:bodyPr anchor="b">
            <a:normAutofit/>
          </a:bodyPr>
          <a:lstStyle>
            <a:lvl1pPr marL="237744" indent="-237744">
              <a:lnSpc>
                <a:spcPct val="120000"/>
              </a:lnSpc>
              <a:spcBef>
                <a:spcPts val="0"/>
              </a:spcBef>
              <a:buNone/>
              <a:defRPr sz="4400" b="1" cap="all" spc="500" baseline="0">
                <a:latin typeface="+mj-lt"/>
              </a:defRPr>
            </a:lvl1pPr>
          </a:lstStyle>
          <a:p>
            <a:pPr lvl="0"/>
            <a:r>
              <a:rPr lang="en-US"/>
              <a:t>Click to edit Quote</a:t>
            </a:r>
          </a:p>
        </p:txBody>
      </p:sp>
      <p:sp>
        <p:nvSpPr>
          <p:cNvPr id="3" name="Footer Placeholder 2">
            <a:extLst>
              <a:ext uri="{FF2B5EF4-FFF2-40B4-BE49-F238E27FC236}">
                <a16:creationId xmlns:a16="http://schemas.microsoft.com/office/drawing/2014/main" id="{DFA08AEF-6F44-C01A-1B4C-CDFD81DAC784}"/>
              </a:ext>
            </a:extLst>
          </p:cNvPr>
          <p:cNvSpPr>
            <a:spLocks noGrp="1"/>
          </p:cNvSpPr>
          <p:nvPr>
            <p:ph type="ftr" sz="quarter" idx="10"/>
          </p:nvPr>
        </p:nvSpPr>
        <p:spPr/>
        <p:txBody>
          <a:bodyPr/>
          <a:lstStyle/>
          <a:p>
            <a:pPr algn="r"/>
            <a:r>
              <a:rPr lang="en-US"/>
              <a:t>Sample Footer Text</a:t>
            </a:r>
          </a:p>
        </p:txBody>
      </p:sp>
      <p:sp>
        <p:nvSpPr>
          <p:cNvPr id="4" name="Slide Number Placeholder 3">
            <a:extLst>
              <a:ext uri="{FF2B5EF4-FFF2-40B4-BE49-F238E27FC236}">
                <a16:creationId xmlns:a16="http://schemas.microsoft.com/office/drawing/2014/main" id="{103E3C2E-5ABE-2200-2F6C-07D63C18C3D4}"/>
              </a:ext>
            </a:extLst>
          </p:cNvPr>
          <p:cNvSpPr>
            <a:spLocks noGrp="1"/>
          </p:cNvSpPr>
          <p:nvPr>
            <p:ph type="sldNum" sz="quarter" idx="11"/>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DAE051C6-BCEC-6EFD-3C40-E49F22A7F09F}"/>
              </a:ext>
            </a:extLst>
          </p:cNvPr>
          <p:cNvSpPr>
            <a:spLocks noGrp="1"/>
          </p:cNvSpPr>
          <p:nvPr>
            <p:ph type="dt" sz="half" idx="12"/>
          </p:nvPr>
        </p:nvSpPr>
        <p:spPr/>
        <p:txBody>
          <a:bodyPr/>
          <a:lstStyle/>
          <a:p>
            <a:fld id="{00F79D1E-A118-4DED-8F9E-D9E3A0D2F006}" type="datetime4">
              <a:rPr lang="en-US" smtClean="0"/>
              <a:t>May 15, 2026</a:t>
            </a:fld>
            <a:endParaRPr lang="en-US"/>
          </a:p>
        </p:txBody>
      </p:sp>
    </p:spTree>
    <p:extLst>
      <p:ext uri="{BB962C8B-B14F-4D97-AF65-F5344CB8AC3E}">
        <p14:creationId xmlns:p14="http://schemas.microsoft.com/office/powerpoint/2010/main" val="289387408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B076A-AC95-4A37-4537-500BEFEC2F42}"/>
              </a:ext>
            </a:extLst>
          </p:cNvPr>
          <p:cNvSpPr>
            <a:spLocks noGrp="1"/>
          </p:cNvSpPr>
          <p:nvPr>
            <p:ph type="title" hasCustomPrompt="1"/>
          </p:nvPr>
        </p:nvSpPr>
        <p:spPr>
          <a:xfrm>
            <a:off x="2048256" y="5230368"/>
            <a:ext cx="8101584" cy="1042416"/>
          </a:xfrm>
        </p:spPr>
        <p:txBody>
          <a:bodyPr anchor="ctr">
            <a:normAutofit/>
          </a:bodyPr>
          <a:lstStyle>
            <a:lvl1pPr algn="ctr">
              <a:lnSpc>
                <a:spcPct val="130000"/>
              </a:lnSpc>
              <a:spcBef>
                <a:spcPts val="1000"/>
              </a:spcBef>
              <a:defRPr sz="1800" spc="300"/>
            </a:lvl1pPr>
          </a:lstStyle>
          <a:p>
            <a:r>
              <a:rPr lang="en-US"/>
              <a:t>Quote author</a:t>
            </a:r>
          </a:p>
        </p:txBody>
      </p:sp>
      <p:sp>
        <p:nvSpPr>
          <p:cNvPr id="7" name="Content Placeholder 6">
            <a:extLst>
              <a:ext uri="{FF2B5EF4-FFF2-40B4-BE49-F238E27FC236}">
                <a16:creationId xmlns:a16="http://schemas.microsoft.com/office/drawing/2014/main" id="{14BE3FE6-FBCF-B08C-EAD2-43BD8008DE1B}"/>
              </a:ext>
            </a:extLst>
          </p:cNvPr>
          <p:cNvSpPr>
            <a:spLocks noGrp="1"/>
          </p:cNvSpPr>
          <p:nvPr>
            <p:ph sz="quarter" idx="13" hasCustomPrompt="1"/>
          </p:nvPr>
        </p:nvSpPr>
        <p:spPr>
          <a:xfrm>
            <a:off x="1682496" y="1042416"/>
            <a:ext cx="8823960" cy="3511296"/>
          </a:xfrm>
        </p:spPr>
        <p:txBody>
          <a:bodyPr anchor="ctr">
            <a:normAutofit/>
          </a:bodyPr>
          <a:lstStyle>
            <a:lvl1pPr marL="0" indent="0" algn="ctr">
              <a:lnSpc>
                <a:spcPct val="120000"/>
              </a:lnSpc>
              <a:spcBef>
                <a:spcPts val="0"/>
              </a:spcBef>
              <a:buNone/>
              <a:defRPr sz="3800"/>
            </a:lvl1pPr>
          </a:lstStyle>
          <a:p>
            <a:pPr lvl="0"/>
            <a:r>
              <a:rPr lang="en-US"/>
              <a:t>Click to edit Quote</a:t>
            </a:r>
          </a:p>
        </p:txBody>
      </p:sp>
      <p:sp>
        <p:nvSpPr>
          <p:cNvPr id="3" name="Footer Placeholder 2">
            <a:extLst>
              <a:ext uri="{FF2B5EF4-FFF2-40B4-BE49-F238E27FC236}">
                <a16:creationId xmlns:a16="http://schemas.microsoft.com/office/drawing/2014/main" id="{15B0A343-4456-257B-5B8B-E2E9A02F3134}"/>
              </a:ext>
            </a:extLst>
          </p:cNvPr>
          <p:cNvSpPr>
            <a:spLocks noGrp="1"/>
          </p:cNvSpPr>
          <p:nvPr>
            <p:ph type="ftr" sz="quarter" idx="10"/>
          </p:nvPr>
        </p:nvSpPr>
        <p:spPr/>
        <p:txBody>
          <a:bodyPr/>
          <a:lstStyle/>
          <a:p>
            <a:pPr algn="r"/>
            <a:r>
              <a:rPr lang="en-US"/>
              <a:t>Sample Footer Text</a:t>
            </a:r>
          </a:p>
        </p:txBody>
      </p:sp>
      <p:sp>
        <p:nvSpPr>
          <p:cNvPr id="4" name="Slide Number Placeholder 3">
            <a:extLst>
              <a:ext uri="{FF2B5EF4-FFF2-40B4-BE49-F238E27FC236}">
                <a16:creationId xmlns:a16="http://schemas.microsoft.com/office/drawing/2014/main" id="{43BFA228-8396-4E23-FC69-1F37D8C7689F}"/>
              </a:ext>
            </a:extLst>
          </p:cNvPr>
          <p:cNvSpPr>
            <a:spLocks noGrp="1"/>
          </p:cNvSpPr>
          <p:nvPr>
            <p:ph type="sldNum" sz="quarter" idx="11"/>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95F3F231-502C-F79C-1631-322CE76856FA}"/>
              </a:ext>
            </a:extLst>
          </p:cNvPr>
          <p:cNvSpPr>
            <a:spLocks noGrp="1"/>
          </p:cNvSpPr>
          <p:nvPr>
            <p:ph type="dt" sz="half" idx="12"/>
          </p:nvPr>
        </p:nvSpPr>
        <p:spPr/>
        <p:txBody>
          <a:bodyPr/>
          <a:lstStyle/>
          <a:p>
            <a:fld id="{2307C0A0-C516-49D6-8817-019B3DB731F6}" type="datetime4">
              <a:rPr lang="en-US" smtClean="0"/>
              <a:t>May 15, 2026</a:t>
            </a:fld>
            <a:endParaRPr lang="en-US"/>
          </a:p>
        </p:txBody>
      </p:sp>
      <p:cxnSp>
        <p:nvCxnSpPr>
          <p:cNvPr id="8" name="Straight Connector 7">
            <a:extLst>
              <a:ext uri="{FF2B5EF4-FFF2-40B4-BE49-F238E27FC236}">
                <a16:creationId xmlns:a16="http://schemas.microsoft.com/office/drawing/2014/main" id="{E28A6A5B-52A2-759F-925A-E739473F7E34}"/>
              </a:ext>
              <a:ext uri="{C183D7F6-B498-43B3-948B-1728B52AA6E4}">
                <adec:decorative xmlns:adec="http://schemas.microsoft.com/office/drawing/2017/decorative" val="1"/>
              </a:ext>
            </a:extLst>
          </p:cNvPr>
          <p:cNvCxnSpPr>
            <a:cxnSpLocks/>
          </p:cNvCxnSpPr>
          <p:nvPr/>
        </p:nvCxnSpPr>
        <p:spPr>
          <a:xfrm>
            <a:off x="5610423" y="4905775"/>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208733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4">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F851E22-90DE-A384-E734-7FC22A8B125D}"/>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6377007-B85D-57C2-DBB4-58417F1C773B}"/>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3B076A-AC95-4A37-4537-500BEFEC2F42}"/>
              </a:ext>
            </a:extLst>
          </p:cNvPr>
          <p:cNvSpPr>
            <a:spLocks noGrp="1"/>
          </p:cNvSpPr>
          <p:nvPr>
            <p:ph type="title" hasCustomPrompt="1"/>
          </p:nvPr>
        </p:nvSpPr>
        <p:spPr>
          <a:xfrm>
            <a:off x="2048256" y="5230368"/>
            <a:ext cx="8101584" cy="594360"/>
          </a:xfrm>
        </p:spPr>
        <p:txBody>
          <a:bodyPr anchor="t">
            <a:normAutofit/>
          </a:bodyPr>
          <a:lstStyle>
            <a:lvl1pPr algn="ctr">
              <a:lnSpc>
                <a:spcPct val="130000"/>
              </a:lnSpc>
              <a:spcBef>
                <a:spcPts val="1000"/>
              </a:spcBef>
              <a:defRPr sz="1800" spc="300">
                <a:solidFill>
                  <a:schemeClr val="tx1"/>
                </a:solidFill>
              </a:defRPr>
            </a:lvl1pPr>
          </a:lstStyle>
          <a:p>
            <a:r>
              <a:rPr lang="en-US"/>
              <a:t>Quote Author</a:t>
            </a:r>
          </a:p>
        </p:txBody>
      </p:sp>
      <p:sp>
        <p:nvSpPr>
          <p:cNvPr id="7" name="Content Placeholder 6">
            <a:extLst>
              <a:ext uri="{FF2B5EF4-FFF2-40B4-BE49-F238E27FC236}">
                <a16:creationId xmlns:a16="http://schemas.microsoft.com/office/drawing/2014/main" id="{14BE3FE6-FBCF-B08C-EAD2-43BD8008DE1B}"/>
              </a:ext>
            </a:extLst>
          </p:cNvPr>
          <p:cNvSpPr>
            <a:spLocks noGrp="1"/>
          </p:cNvSpPr>
          <p:nvPr>
            <p:ph sz="quarter" idx="13" hasCustomPrompt="1"/>
          </p:nvPr>
        </p:nvSpPr>
        <p:spPr>
          <a:xfrm>
            <a:off x="1682496" y="1335024"/>
            <a:ext cx="8823960" cy="3108960"/>
          </a:xfrm>
        </p:spPr>
        <p:txBody>
          <a:bodyPr anchor="ctr">
            <a:normAutofit/>
          </a:bodyPr>
          <a:lstStyle>
            <a:lvl1pPr marL="0" indent="0" algn="ctr">
              <a:lnSpc>
                <a:spcPct val="120000"/>
              </a:lnSpc>
              <a:spcBef>
                <a:spcPts val="0"/>
              </a:spcBef>
              <a:buNone/>
              <a:defRPr sz="4000">
                <a:solidFill>
                  <a:schemeClr val="tx1"/>
                </a:solidFill>
              </a:defRPr>
            </a:lvl1pPr>
          </a:lstStyle>
          <a:p>
            <a:pPr lvl="0"/>
            <a:r>
              <a:rPr lang="en-US"/>
              <a:t>Click to edit Quote</a:t>
            </a:r>
          </a:p>
        </p:txBody>
      </p:sp>
      <p:sp>
        <p:nvSpPr>
          <p:cNvPr id="3" name="Footer Placeholder 2">
            <a:extLst>
              <a:ext uri="{FF2B5EF4-FFF2-40B4-BE49-F238E27FC236}">
                <a16:creationId xmlns:a16="http://schemas.microsoft.com/office/drawing/2014/main" id="{15B0A343-4456-257B-5B8B-E2E9A02F3134}"/>
              </a:ext>
            </a:extLst>
          </p:cNvPr>
          <p:cNvSpPr>
            <a:spLocks noGrp="1"/>
          </p:cNvSpPr>
          <p:nvPr>
            <p:ph type="ftr" sz="quarter" idx="10"/>
          </p:nvPr>
        </p:nvSpPr>
        <p:spPr/>
        <p:txBody>
          <a:bodyPr/>
          <a:lstStyle>
            <a:lvl1pPr>
              <a:defRPr>
                <a:solidFill>
                  <a:schemeClr val="bg1"/>
                </a:solidFill>
              </a:defRPr>
            </a:lvl1pPr>
          </a:lstStyle>
          <a:p>
            <a:r>
              <a:rPr lang="en-US"/>
              <a:t>Sample Footer Text</a:t>
            </a:r>
          </a:p>
        </p:txBody>
      </p:sp>
      <p:sp>
        <p:nvSpPr>
          <p:cNvPr id="4" name="Slide Number Placeholder 3">
            <a:extLst>
              <a:ext uri="{FF2B5EF4-FFF2-40B4-BE49-F238E27FC236}">
                <a16:creationId xmlns:a16="http://schemas.microsoft.com/office/drawing/2014/main" id="{43BFA228-8396-4E23-FC69-1F37D8C7689F}"/>
              </a:ext>
            </a:extLst>
          </p:cNvPr>
          <p:cNvSpPr>
            <a:spLocks noGrp="1"/>
          </p:cNvSpPr>
          <p:nvPr>
            <p:ph type="sldNum" sz="quarter" idx="11"/>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5" name="Date Placeholder 4">
            <a:extLst>
              <a:ext uri="{FF2B5EF4-FFF2-40B4-BE49-F238E27FC236}">
                <a16:creationId xmlns:a16="http://schemas.microsoft.com/office/drawing/2014/main" id="{95F3F231-502C-F79C-1631-322CE76856FA}"/>
              </a:ext>
            </a:extLst>
          </p:cNvPr>
          <p:cNvSpPr>
            <a:spLocks noGrp="1"/>
          </p:cNvSpPr>
          <p:nvPr>
            <p:ph type="dt" sz="half" idx="12"/>
          </p:nvPr>
        </p:nvSpPr>
        <p:spPr/>
        <p:txBody>
          <a:bodyPr/>
          <a:lstStyle>
            <a:lvl1pPr>
              <a:defRPr>
                <a:solidFill>
                  <a:schemeClr val="bg1"/>
                </a:solidFill>
              </a:defRPr>
            </a:lvl1pPr>
          </a:lstStyle>
          <a:p>
            <a:fld id="{AFD1CDEC-CB6B-4D1A-830E-B3F09AFB6CC1}" type="datetime4">
              <a:rPr lang="en-US" smtClean="0"/>
              <a:t>May 15, 2026</a:t>
            </a:fld>
            <a:endParaRPr lang="en-US"/>
          </a:p>
        </p:txBody>
      </p:sp>
      <p:cxnSp>
        <p:nvCxnSpPr>
          <p:cNvPr id="8" name="Straight Connector 7">
            <a:extLst>
              <a:ext uri="{FF2B5EF4-FFF2-40B4-BE49-F238E27FC236}">
                <a16:creationId xmlns:a16="http://schemas.microsoft.com/office/drawing/2014/main" id="{E28A6A5B-52A2-759F-925A-E739473F7E34}"/>
              </a:ext>
              <a:ext uri="{C183D7F6-B498-43B3-948B-1728B52AA6E4}">
                <adec:decorative xmlns:adec="http://schemas.microsoft.com/office/drawing/2017/decorative" val="1"/>
              </a:ext>
            </a:extLst>
          </p:cNvPr>
          <p:cNvCxnSpPr>
            <a:cxnSpLocks/>
          </p:cNvCxnSpPr>
          <p:nvPr/>
        </p:nvCxnSpPr>
        <p:spPr>
          <a:xfrm>
            <a:off x="5610423" y="4905775"/>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A2EB36C-8E19-518C-7936-928B51B8A33C}"/>
              </a:ext>
              <a:ext uri="{C183D7F6-B498-43B3-948B-1728B52AA6E4}">
                <adec:decorative xmlns:adec="http://schemas.microsoft.com/office/drawing/2017/decorative" val="1"/>
              </a:ext>
            </a:extLst>
          </p:cNvPr>
          <p:cNvCxnSpPr>
            <a:cxnSpLocks/>
          </p:cNvCxnSpPr>
          <p:nvPr/>
        </p:nvCxnSpPr>
        <p:spPr>
          <a:xfrm>
            <a:off x="5614416" y="4910328"/>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7861386"/>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9768"/>
            <a:ext cx="10817352" cy="958480"/>
          </a:xfrm>
          <a:prstGeom prst="rect">
            <a:avLst/>
          </a:prstGeom>
        </p:spPr>
        <p:txBody>
          <a:bodyPr vert="horz" lIns="91440" tIns="45720" rIns="91440" bIns="45720" rtlCol="0" anchor="b">
            <a:normAutofit/>
          </a:bodyPr>
          <a:lstStyle>
            <a:lvl1pPr>
              <a:lnSpc>
                <a:spcPct val="120000"/>
              </a:lnSpc>
              <a:defRPr lang="en-US" dirty="0"/>
            </a:lvl1pPr>
          </a:lstStyle>
          <a:p>
            <a:pPr lvl="0"/>
            <a:r>
              <a:rPr lang="en-US"/>
              <a:t>Click to edit Master title style</a:t>
            </a:r>
          </a:p>
        </p:txBody>
      </p:sp>
      <p:sp>
        <p:nvSpPr>
          <p:cNvPr id="4" name="Content Placeholder 3">
            <a:extLst>
              <a:ext uri="{FF2B5EF4-FFF2-40B4-BE49-F238E27FC236}">
                <a16:creationId xmlns:a16="http://schemas.microsoft.com/office/drawing/2014/main" id="{BFA338E0-C170-B5BD-56A0-6831A85B2F21}"/>
              </a:ext>
            </a:extLst>
          </p:cNvPr>
          <p:cNvSpPr>
            <a:spLocks noGrp="1"/>
          </p:cNvSpPr>
          <p:nvPr>
            <p:ph sz="quarter" idx="18"/>
          </p:nvPr>
        </p:nvSpPr>
        <p:spPr>
          <a:xfrm>
            <a:off x="612775" y="2029968"/>
            <a:ext cx="502920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95231737-390D-A75F-1AA3-A6675DB7314C}"/>
              </a:ext>
            </a:extLst>
          </p:cNvPr>
          <p:cNvSpPr>
            <a:spLocks noGrp="1"/>
          </p:cNvSpPr>
          <p:nvPr>
            <p:ph sz="quarter" idx="19"/>
          </p:nvPr>
        </p:nvSpPr>
        <p:spPr>
          <a:xfrm>
            <a:off x="6382512" y="2029968"/>
            <a:ext cx="502920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D34EBE88-C826-A0CB-2F99-4593AD931017}"/>
              </a:ext>
            </a:extLst>
          </p:cNvPr>
          <p:cNvSpPr>
            <a:spLocks noGrp="1"/>
          </p:cNvSpPr>
          <p:nvPr>
            <p:ph type="ftr" sz="quarter" idx="16"/>
          </p:nvPr>
        </p:nvSpPr>
        <p:spPr/>
        <p:txBody>
          <a:bodyPr/>
          <a:lstStyle/>
          <a:p>
            <a:pPr algn="r"/>
            <a:r>
              <a:rPr lang="en-US"/>
              <a:t>Sample Footer Text</a:t>
            </a:r>
          </a:p>
        </p:txBody>
      </p:sp>
      <p:sp>
        <p:nvSpPr>
          <p:cNvPr id="15" name="Slide Number Placeholder 14">
            <a:extLst>
              <a:ext uri="{FF2B5EF4-FFF2-40B4-BE49-F238E27FC236}">
                <a16:creationId xmlns:a16="http://schemas.microsoft.com/office/drawing/2014/main" id="{3ABF7200-8BFC-1209-D217-A05B147C7362}"/>
              </a:ext>
            </a:extLst>
          </p:cNvPr>
          <p:cNvSpPr>
            <a:spLocks noGrp="1"/>
          </p:cNvSpPr>
          <p:nvPr>
            <p:ph type="sldNum" sz="quarter" idx="17"/>
          </p:nvPr>
        </p:nvSpPr>
        <p:spPr/>
        <p:txBody>
          <a:bodyPr/>
          <a:lstStyle/>
          <a:p>
            <a:pPr algn="ctr"/>
            <a:fld id="{8D252C1B-CBF0-4A4D-8F57-7FB989103249}" type="slidenum">
              <a:rPr lang="en-US" smtClean="0"/>
              <a:pPr algn="ctr"/>
              <a:t>‹#›</a:t>
            </a:fld>
            <a:endParaRPr lang="en-US"/>
          </a:p>
        </p:txBody>
      </p:sp>
      <p:sp>
        <p:nvSpPr>
          <p:cNvPr id="13" name="Date Placeholder 12">
            <a:extLst>
              <a:ext uri="{FF2B5EF4-FFF2-40B4-BE49-F238E27FC236}">
                <a16:creationId xmlns:a16="http://schemas.microsoft.com/office/drawing/2014/main" id="{A1910647-79B7-6086-34D9-EBD4D6E4C954}"/>
              </a:ext>
            </a:extLst>
          </p:cNvPr>
          <p:cNvSpPr>
            <a:spLocks noGrp="1"/>
          </p:cNvSpPr>
          <p:nvPr>
            <p:ph type="dt" sz="half" idx="15"/>
          </p:nvPr>
        </p:nvSpPr>
        <p:spPr/>
        <p:txBody>
          <a:bodyPr/>
          <a:lstStyle/>
          <a:p>
            <a:fld id="{FEDA8A73-7124-4840-A51A-773DD734FF02}" type="datetime4">
              <a:rPr lang="en-US" smtClean="0"/>
              <a:t>May 15, 2026</a:t>
            </a:fld>
            <a:endParaRPr lang="en-US"/>
          </a:p>
        </p:txBody>
      </p:sp>
    </p:spTree>
    <p:extLst>
      <p:ext uri="{BB962C8B-B14F-4D97-AF65-F5344CB8AC3E}">
        <p14:creationId xmlns:p14="http://schemas.microsoft.com/office/powerpoint/2010/main" val="425028109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518219-E186-2E63-46B3-4C1D3A8220EF}"/>
              </a:ext>
            </a:extLst>
          </p:cNvPr>
          <p:cNvSpPr>
            <a:spLocks noGrp="1"/>
          </p:cNvSpPr>
          <p:nvPr>
            <p:ph type="title"/>
          </p:nvPr>
        </p:nvSpPr>
        <p:spPr>
          <a:xfrm>
            <a:off x="612648" y="429768"/>
            <a:ext cx="10817352" cy="960120"/>
          </a:xfrm>
          <a:prstGeom prst="rect">
            <a:avLst/>
          </a:prstGeom>
        </p:spPr>
        <p:txBody>
          <a:bodyPr/>
          <a:lstStyle>
            <a:lvl1pPr>
              <a:lnSpc>
                <a:spcPct val="120000"/>
              </a:lnSpc>
              <a:defRPr/>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12648" y="2025333"/>
            <a:ext cx="5029200" cy="559834"/>
          </a:xfrm>
          <a:prstGeom prst="rect">
            <a:avLst/>
          </a:prstGeom>
        </p:spPr>
        <p:txBody>
          <a:bodyPr anchor="b">
            <a:normAutofit/>
          </a:bodyPr>
          <a:lstStyle>
            <a:lvl1pPr marL="0" indent="0">
              <a:lnSpc>
                <a:spcPct val="90000"/>
              </a:lnSpc>
              <a:buNone/>
              <a:defRPr sz="20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BAB9BD-1632-7C73-3DD9-771EE45DC03D}"/>
              </a:ext>
            </a:extLst>
          </p:cNvPr>
          <p:cNvSpPr>
            <a:spLocks noGrp="1"/>
          </p:cNvSpPr>
          <p:nvPr>
            <p:ph sz="quarter" idx="18"/>
          </p:nvPr>
        </p:nvSpPr>
        <p:spPr>
          <a:xfrm>
            <a:off x="612775" y="2665413"/>
            <a:ext cx="5029200" cy="3713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2025333"/>
            <a:ext cx="5029200" cy="559834"/>
          </a:xfrm>
          <a:prstGeom prst="rect">
            <a:avLst/>
          </a:prstGeom>
        </p:spPr>
        <p:txBody>
          <a:bodyPr anchor="b">
            <a:normAutofit/>
          </a:bodyPr>
          <a:lstStyle>
            <a:lvl1pPr marL="0" indent="0">
              <a:lnSpc>
                <a:spcPct val="90000"/>
              </a:lnSpc>
              <a:buNone/>
              <a:defRPr sz="20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7">
            <a:extLst>
              <a:ext uri="{FF2B5EF4-FFF2-40B4-BE49-F238E27FC236}">
                <a16:creationId xmlns:a16="http://schemas.microsoft.com/office/drawing/2014/main" id="{38B165C5-C4ED-E04C-81FA-FDFA87F0A01C}"/>
              </a:ext>
            </a:extLst>
          </p:cNvPr>
          <p:cNvSpPr>
            <a:spLocks noGrp="1"/>
          </p:cNvSpPr>
          <p:nvPr>
            <p:ph sz="quarter" idx="19"/>
          </p:nvPr>
        </p:nvSpPr>
        <p:spPr>
          <a:xfrm>
            <a:off x="6381750" y="2665413"/>
            <a:ext cx="5029200" cy="3713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0D28A929-F039-96E6-B29C-717106871CBD}"/>
              </a:ext>
            </a:extLst>
          </p:cNvPr>
          <p:cNvSpPr>
            <a:spLocks noGrp="1"/>
          </p:cNvSpPr>
          <p:nvPr>
            <p:ph type="ftr" sz="quarter" idx="16"/>
          </p:nvPr>
        </p:nvSpPr>
        <p:spPr/>
        <p:txBody>
          <a:bodyPr/>
          <a:lstStyle/>
          <a:p>
            <a:pPr algn="r"/>
            <a:r>
              <a:rPr lang="en-US"/>
              <a:t>Sample Footer Text</a:t>
            </a:r>
          </a:p>
        </p:txBody>
      </p:sp>
      <p:sp>
        <p:nvSpPr>
          <p:cNvPr id="15" name="Slide Number Placeholder 14">
            <a:extLst>
              <a:ext uri="{FF2B5EF4-FFF2-40B4-BE49-F238E27FC236}">
                <a16:creationId xmlns:a16="http://schemas.microsoft.com/office/drawing/2014/main" id="{766D40EC-432B-24BD-14A2-EA02DE69B663}"/>
              </a:ext>
            </a:extLst>
          </p:cNvPr>
          <p:cNvSpPr>
            <a:spLocks noGrp="1"/>
          </p:cNvSpPr>
          <p:nvPr>
            <p:ph type="sldNum" sz="quarter" idx="17"/>
          </p:nvPr>
        </p:nvSpPr>
        <p:spPr/>
        <p:txBody>
          <a:bodyPr/>
          <a:lstStyle/>
          <a:p>
            <a:pPr algn="ctr"/>
            <a:fld id="{8D252C1B-CBF0-4A4D-8F57-7FB989103249}" type="slidenum">
              <a:rPr lang="en-US" smtClean="0"/>
              <a:pPr algn="ctr"/>
              <a:t>‹#›</a:t>
            </a:fld>
            <a:endParaRPr lang="en-US"/>
          </a:p>
        </p:txBody>
      </p:sp>
      <p:sp>
        <p:nvSpPr>
          <p:cNvPr id="12" name="Date Placeholder 11">
            <a:extLst>
              <a:ext uri="{FF2B5EF4-FFF2-40B4-BE49-F238E27FC236}">
                <a16:creationId xmlns:a16="http://schemas.microsoft.com/office/drawing/2014/main" id="{405654AF-A639-3FB5-E967-011B97C87C67}"/>
              </a:ext>
            </a:extLst>
          </p:cNvPr>
          <p:cNvSpPr>
            <a:spLocks noGrp="1"/>
          </p:cNvSpPr>
          <p:nvPr>
            <p:ph type="dt" sz="half" idx="15"/>
          </p:nvPr>
        </p:nvSpPr>
        <p:spPr/>
        <p:txBody>
          <a:bodyPr/>
          <a:lstStyle/>
          <a:p>
            <a:fld id="{47F5CC4D-6073-4A05-86E2-9A5D9E5EE1C6}" type="datetime4">
              <a:rPr lang="en-US" smtClean="0"/>
              <a:t>May 15, 2026</a:t>
            </a:fld>
            <a:endParaRPr lang="en-US"/>
          </a:p>
        </p:txBody>
      </p:sp>
    </p:spTree>
    <p:extLst>
      <p:ext uri="{BB962C8B-B14F-4D97-AF65-F5344CB8AC3E}">
        <p14:creationId xmlns:p14="http://schemas.microsoft.com/office/powerpoint/2010/main" val="75603606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429768"/>
            <a:ext cx="10817352" cy="960120"/>
          </a:xfrm>
          <a:prstGeom prst="rect">
            <a:avLst/>
          </a:prstGeom>
        </p:spPr>
        <p:txBody>
          <a:bodyPr/>
          <a:lstStyle>
            <a:lvl1pPr>
              <a:lnSpc>
                <a:spcPct val="120000"/>
              </a:lnSpc>
              <a:defRPr/>
            </a:lvl1pPr>
          </a:lstStyle>
          <a:p>
            <a:r>
              <a:rPr lang="en-US"/>
              <a:t>Click to edit Master title style</a:t>
            </a:r>
          </a:p>
        </p:txBody>
      </p:sp>
      <p:sp>
        <p:nvSpPr>
          <p:cNvPr id="7" name="Footer Placeholder 6">
            <a:extLst>
              <a:ext uri="{FF2B5EF4-FFF2-40B4-BE49-F238E27FC236}">
                <a16:creationId xmlns:a16="http://schemas.microsoft.com/office/drawing/2014/main" id="{9B4DD502-5BE6-822B-DB91-B6295D991AC2}"/>
              </a:ext>
            </a:extLst>
          </p:cNvPr>
          <p:cNvSpPr>
            <a:spLocks noGrp="1"/>
          </p:cNvSpPr>
          <p:nvPr>
            <p:ph type="ftr" sz="quarter" idx="11"/>
          </p:nvPr>
        </p:nvSpPr>
        <p:spPr/>
        <p:txBody>
          <a:bodyPr/>
          <a:lstStyle/>
          <a:p>
            <a:pPr algn="r"/>
            <a:r>
              <a:rPr lang="en-US"/>
              <a:t>Sample Footer Text</a:t>
            </a:r>
          </a:p>
        </p:txBody>
      </p:sp>
      <p:sp>
        <p:nvSpPr>
          <p:cNvPr id="8" name="Slide Number Placeholder 7">
            <a:extLst>
              <a:ext uri="{FF2B5EF4-FFF2-40B4-BE49-F238E27FC236}">
                <a16:creationId xmlns:a16="http://schemas.microsoft.com/office/drawing/2014/main" id="{3CBD9E88-9DFA-2EB7-34D5-E029BD46F5E3}"/>
              </a:ext>
            </a:extLst>
          </p:cNvPr>
          <p:cNvSpPr>
            <a:spLocks noGrp="1"/>
          </p:cNvSpPr>
          <p:nvPr>
            <p:ph type="sldNum" sz="quarter" idx="12"/>
          </p:nvPr>
        </p:nvSpPr>
        <p:spPr/>
        <p:txBody>
          <a:bodyPr/>
          <a:lstStyle/>
          <a:p>
            <a:pPr algn="ctr"/>
            <a:fld id="{8D252C1B-CBF0-4A4D-8F57-7FB989103249}" type="slidenum">
              <a:rPr lang="en-US" smtClean="0"/>
              <a:pPr algn="ctr"/>
              <a:t>‹#›</a:t>
            </a:fld>
            <a:endParaRPr lang="en-US"/>
          </a:p>
        </p:txBody>
      </p:sp>
      <p:sp>
        <p:nvSpPr>
          <p:cNvPr id="6" name="Date Placeholder 5">
            <a:extLst>
              <a:ext uri="{FF2B5EF4-FFF2-40B4-BE49-F238E27FC236}">
                <a16:creationId xmlns:a16="http://schemas.microsoft.com/office/drawing/2014/main" id="{26035DAD-0E07-921A-1F16-10A8BBFC3975}"/>
              </a:ext>
            </a:extLst>
          </p:cNvPr>
          <p:cNvSpPr>
            <a:spLocks noGrp="1"/>
          </p:cNvSpPr>
          <p:nvPr>
            <p:ph type="dt" sz="half" idx="10"/>
          </p:nvPr>
        </p:nvSpPr>
        <p:spPr/>
        <p:txBody>
          <a:bodyPr/>
          <a:lstStyle/>
          <a:p>
            <a:fld id="{5C0CB386-F940-461F-A152-905D02CFF5A2}" type="datetime4">
              <a:rPr lang="en-US" smtClean="0"/>
              <a:t>May 15, 2026</a:t>
            </a:fld>
            <a:endParaRPr lang="en-US"/>
          </a:p>
        </p:txBody>
      </p:sp>
    </p:spTree>
    <p:extLst>
      <p:ext uri="{BB962C8B-B14F-4D97-AF65-F5344CB8AC3E}">
        <p14:creationId xmlns:p14="http://schemas.microsoft.com/office/powerpoint/2010/main" val="20480237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9E11FDDA-B97C-DDC5-8DB1-E60BD2AA1DBB}"/>
              </a:ext>
            </a:extLst>
          </p:cNvPr>
          <p:cNvSpPr>
            <a:spLocks noGrp="1"/>
          </p:cNvSpPr>
          <p:nvPr>
            <p:ph type="ftr" sz="quarter" idx="11"/>
          </p:nvPr>
        </p:nvSpPr>
        <p:spPr/>
        <p:txBody>
          <a:bodyPr/>
          <a:lstStyle/>
          <a:p>
            <a:pPr algn="r"/>
            <a:r>
              <a:rPr lang="en-US"/>
              <a:t>Sample Footer Text</a:t>
            </a:r>
          </a:p>
        </p:txBody>
      </p:sp>
      <p:sp>
        <p:nvSpPr>
          <p:cNvPr id="7" name="Slide Number Placeholder 6">
            <a:extLst>
              <a:ext uri="{FF2B5EF4-FFF2-40B4-BE49-F238E27FC236}">
                <a16:creationId xmlns:a16="http://schemas.microsoft.com/office/drawing/2014/main" id="{7F72A1C0-DA96-EA1E-D5A0-508F879B0757}"/>
              </a:ext>
            </a:extLst>
          </p:cNvPr>
          <p:cNvSpPr>
            <a:spLocks noGrp="1"/>
          </p:cNvSpPr>
          <p:nvPr>
            <p:ph type="sldNum" sz="quarter" idx="12"/>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F97F18BD-749C-B50F-D44C-F42AA6AABEB9}"/>
              </a:ext>
            </a:extLst>
          </p:cNvPr>
          <p:cNvSpPr>
            <a:spLocks noGrp="1"/>
          </p:cNvSpPr>
          <p:nvPr>
            <p:ph type="dt" sz="half" idx="10"/>
          </p:nvPr>
        </p:nvSpPr>
        <p:spPr/>
        <p:txBody>
          <a:bodyPr/>
          <a:lstStyle/>
          <a:p>
            <a:fld id="{2ACAFA3B-E7FC-4334-92AC-6B8879F5B1DC}" type="datetime4">
              <a:rPr lang="en-US" smtClean="0"/>
              <a:t>May 15, 2026</a:t>
            </a:fld>
            <a:endParaRPr lang="en-US"/>
          </a:p>
        </p:txBody>
      </p:sp>
    </p:spTree>
    <p:extLst>
      <p:ext uri="{BB962C8B-B14F-4D97-AF65-F5344CB8AC3E}">
        <p14:creationId xmlns:p14="http://schemas.microsoft.com/office/powerpoint/2010/main" val="4595422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758952"/>
            <a:ext cx="3595634" cy="2212848"/>
          </a:xfrm>
          <a:prstGeom prst="rect">
            <a:avLst/>
          </a:prstGeom>
        </p:spPr>
        <p:txBody>
          <a:bodyPr anchor="t">
            <a:normAutofit/>
          </a:bodyPr>
          <a:lstStyle>
            <a:lvl1pPr>
              <a:lnSpc>
                <a:spcPct val="120000"/>
              </a:lnSpc>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971800"/>
            <a:ext cx="3595634" cy="3127248"/>
          </a:xfrm>
          <a:prstGeom prst="rect">
            <a:avLst/>
          </a:prstGeom>
        </p:spPr>
        <p:txBody>
          <a:bodyPr anchor="t">
            <a:normAutofit/>
          </a:bodyPr>
          <a:lstStyle>
            <a:lvl1pPr marL="0" indent="0">
              <a:lnSpc>
                <a:spcPct val="13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6" y="758952"/>
            <a:ext cx="6284130" cy="5340093"/>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3" name="Footer Placeholder 12">
            <a:extLst>
              <a:ext uri="{FF2B5EF4-FFF2-40B4-BE49-F238E27FC236}">
                <a16:creationId xmlns:a16="http://schemas.microsoft.com/office/drawing/2014/main" id="{247FD854-00E9-7A1B-6B8C-0458F22F1EC3}"/>
              </a:ext>
            </a:extLst>
          </p:cNvPr>
          <p:cNvSpPr>
            <a:spLocks noGrp="1"/>
          </p:cNvSpPr>
          <p:nvPr>
            <p:ph type="ftr" sz="quarter" idx="11"/>
          </p:nvPr>
        </p:nvSpPr>
        <p:spPr/>
        <p:txBody>
          <a:bodyPr/>
          <a:lstStyle/>
          <a:p>
            <a:pPr algn="r"/>
            <a:r>
              <a:rPr lang="en-US"/>
              <a:t>Sample Footer Text</a:t>
            </a:r>
          </a:p>
        </p:txBody>
      </p:sp>
      <p:sp>
        <p:nvSpPr>
          <p:cNvPr id="14" name="Slide Number Placeholder 13">
            <a:extLst>
              <a:ext uri="{FF2B5EF4-FFF2-40B4-BE49-F238E27FC236}">
                <a16:creationId xmlns:a16="http://schemas.microsoft.com/office/drawing/2014/main" id="{205E2392-B840-3FDD-E39D-8521DC827038}"/>
              </a:ext>
            </a:extLst>
          </p:cNvPr>
          <p:cNvSpPr>
            <a:spLocks noGrp="1"/>
          </p:cNvSpPr>
          <p:nvPr>
            <p:ph type="sldNum" sz="quarter" idx="12"/>
          </p:nvPr>
        </p:nvSpPr>
        <p:spPr/>
        <p:txBody>
          <a:bodyPr/>
          <a:lstStyle/>
          <a:p>
            <a:pPr algn="ctr"/>
            <a:fld id="{8D252C1B-CBF0-4A4D-8F57-7FB989103249}" type="slidenum">
              <a:rPr lang="en-US" smtClean="0"/>
              <a:pPr algn="ctr"/>
              <a:t>‹#›</a:t>
            </a:fld>
            <a:endParaRPr lang="en-US"/>
          </a:p>
        </p:txBody>
      </p:sp>
      <p:sp>
        <p:nvSpPr>
          <p:cNvPr id="12" name="Date Placeholder 11">
            <a:extLst>
              <a:ext uri="{FF2B5EF4-FFF2-40B4-BE49-F238E27FC236}">
                <a16:creationId xmlns:a16="http://schemas.microsoft.com/office/drawing/2014/main" id="{542EA063-3C1A-D1D2-916B-C1A4F124EA0C}"/>
              </a:ext>
            </a:extLst>
          </p:cNvPr>
          <p:cNvSpPr>
            <a:spLocks noGrp="1"/>
          </p:cNvSpPr>
          <p:nvPr>
            <p:ph type="dt" sz="half" idx="10"/>
          </p:nvPr>
        </p:nvSpPr>
        <p:spPr/>
        <p:txBody>
          <a:bodyPr/>
          <a:lstStyle/>
          <a:p>
            <a:fld id="{15FDBDE7-FECA-47E1-B2CA-19C097F5DD78}" type="datetime4">
              <a:rPr lang="en-US" smtClean="0"/>
              <a:t>May 15, 2026</a:t>
            </a:fld>
            <a:endParaRPr lang="en-US"/>
          </a:p>
        </p:txBody>
      </p:sp>
    </p:spTree>
    <p:extLst>
      <p:ext uri="{BB962C8B-B14F-4D97-AF65-F5344CB8AC3E}">
        <p14:creationId xmlns:p14="http://schemas.microsoft.com/office/powerpoint/2010/main" val="426207369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762000"/>
            <a:ext cx="3713996" cy="2212313"/>
          </a:xfrm>
          <a:prstGeom prst="rect">
            <a:avLst/>
          </a:prstGeom>
        </p:spPr>
        <p:txBody>
          <a:bodyPr anchor="t">
            <a:normAutofit/>
          </a:bodyPr>
          <a:lstStyle>
            <a:lvl1pPr>
              <a:lnSpc>
                <a:spcPct val="120000"/>
              </a:lnSpc>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3401567"/>
            <a:ext cx="3713996" cy="2731008"/>
          </a:xfrm>
          <a:prstGeom prst="rect">
            <a:avLst/>
          </a:prstGeom>
        </p:spPr>
        <p:txBody>
          <a:bodyPr anchor="b"/>
          <a:lstStyle>
            <a:lvl1pPr marL="0" indent="0">
              <a:lnSpc>
                <a:spcPct val="13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BE5C5A3E-7D50-F47F-EB7E-84E9BE86B09F}"/>
              </a:ext>
            </a:extLst>
          </p:cNvPr>
          <p:cNvSpPr>
            <a:spLocks noGrp="1"/>
          </p:cNvSpPr>
          <p:nvPr>
            <p:ph type="pic" sz="quarter" idx="13" hasCustomPrompt="1"/>
          </p:nvPr>
        </p:nvSpPr>
        <p:spPr>
          <a:xfrm>
            <a:off x="5361359" y="762000"/>
            <a:ext cx="6068641" cy="5334000"/>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16" name="Footer Placeholder 15">
            <a:extLst>
              <a:ext uri="{FF2B5EF4-FFF2-40B4-BE49-F238E27FC236}">
                <a16:creationId xmlns:a16="http://schemas.microsoft.com/office/drawing/2014/main" id="{27DBDBE0-7D82-CCC0-82C8-C75970BFD286}"/>
              </a:ext>
            </a:extLst>
          </p:cNvPr>
          <p:cNvSpPr>
            <a:spLocks noGrp="1"/>
          </p:cNvSpPr>
          <p:nvPr>
            <p:ph type="ftr" sz="quarter" idx="15"/>
          </p:nvPr>
        </p:nvSpPr>
        <p:spPr/>
        <p:txBody>
          <a:bodyPr/>
          <a:lstStyle/>
          <a:p>
            <a:pPr algn="r"/>
            <a:r>
              <a:rPr lang="en-US"/>
              <a:t>Sample Footer Text</a:t>
            </a:r>
          </a:p>
        </p:txBody>
      </p:sp>
      <p:sp>
        <p:nvSpPr>
          <p:cNvPr id="17" name="Slide Number Placeholder 16">
            <a:extLst>
              <a:ext uri="{FF2B5EF4-FFF2-40B4-BE49-F238E27FC236}">
                <a16:creationId xmlns:a16="http://schemas.microsoft.com/office/drawing/2014/main" id="{098B971C-659F-56B1-E5C8-1551C52DEB0E}"/>
              </a:ext>
            </a:extLst>
          </p:cNvPr>
          <p:cNvSpPr>
            <a:spLocks noGrp="1"/>
          </p:cNvSpPr>
          <p:nvPr>
            <p:ph type="sldNum" sz="quarter" idx="16"/>
          </p:nvPr>
        </p:nvSpPr>
        <p:spPr/>
        <p:txBody>
          <a:bodyPr/>
          <a:lstStyle/>
          <a:p>
            <a:pPr algn="ctr"/>
            <a:fld id="{8D252C1B-CBF0-4A4D-8F57-7FB989103249}" type="slidenum">
              <a:rPr lang="en-US" smtClean="0"/>
              <a:pPr algn="ctr"/>
              <a:t>‹#›</a:t>
            </a:fld>
            <a:endParaRPr lang="en-US"/>
          </a:p>
        </p:txBody>
      </p:sp>
      <p:sp>
        <p:nvSpPr>
          <p:cNvPr id="15" name="Date Placeholder 14">
            <a:extLst>
              <a:ext uri="{FF2B5EF4-FFF2-40B4-BE49-F238E27FC236}">
                <a16:creationId xmlns:a16="http://schemas.microsoft.com/office/drawing/2014/main" id="{1018BD95-468D-0282-9949-1A0343239975}"/>
              </a:ext>
            </a:extLst>
          </p:cNvPr>
          <p:cNvSpPr>
            <a:spLocks noGrp="1"/>
          </p:cNvSpPr>
          <p:nvPr>
            <p:ph type="dt" sz="half" idx="14"/>
          </p:nvPr>
        </p:nvSpPr>
        <p:spPr/>
        <p:txBody>
          <a:bodyPr/>
          <a:lstStyle/>
          <a:p>
            <a:fld id="{5D4FB98F-DFF9-4531-9B19-10EA554FE457}" type="datetime4">
              <a:rPr lang="en-US" smtClean="0"/>
              <a:t>May 15, 2026</a:t>
            </a:fld>
            <a:endParaRPr lang="en-US"/>
          </a:p>
        </p:txBody>
      </p:sp>
    </p:spTree>
    <p:extLst>
      <p:ext uri="{BB962C8B-B14F-4D97-AF65-F5344CB8AC3E}">
        <p14:creationId xmlns:p14="http://schemas.microsoft.com/office/powerpoint/2010/main" val="123291979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4115FEF-9929-7E5F-F0A4-112836087D7B}"/>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937FE2A9-21DD-FB38-F9C9-5420B56B7136}"/>
              </a:ext>
              <a:ext uri="{C183D7F6-B498-43B3-948B-1728B52AA6E4}">
                <adec:decorative xmlns:adec="http://schemas.microsoft.com/office/drawing/2017/decorative" val="1"/>
              </a:ext>
            </a:extLst>
          </p:cNvPr>
          <p:cNvCxnSpPr>
            <a:cxnSpLocks/>
          </p:cNvCxnSpPr>
          <p:nvPr/>
        </p:nvCxnSpPr>
        <p:spPr>
          <a:xfrm>
            <a:off x="793007" y="761998"/>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033272"/>
            <a:ext cx="10680191" cy="1901952"/>
          </a:xfrm>
          <a:prstGeom prst="rect">
            <a:avLst/>
          </a:prstGeom>
        </p:spPr>
        <p:txBody>
          <a:bodyPr anchor="t">
            <a:normAutofit/>
          </a:bodyPr>
          <a:lstStyle>
            <a:lvl1pPr>
              <a:lnSpc>
                <a:spcPct val="120000"/>
              </a:lnSpc>
              <a:defRPr sz="40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593592"/>
            <a:ext cx="10680192" cy="2688336"/>
          </a:xfrm>
          <a:prstGeom prst="rect">
            <a:avLst/>
          </a:prstGeo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F424D638-A40E-7DBE-0BDA-0653484A371B}"/>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0" name="Slide Number Placeholder 9">
            <a:extLst>
              <a:ext uri="{FF2B5EF4-FFF2-40B4-BE49-F238E27FC236}">
                <a16:creationId xmlns:a16="http://schemas.microsoft.com/office/drawing/2014/main" id="{D432539E-E64F-6ECB-8128-09189D20DDE8}"/>
              </a:ext>
            </a:extLst>
          </p:cNvPr>
          <p:cNvSpPr>
            <a:spLocks noGrp="1"/>
          </p:cNvSpPr>
          <p:nvPr>
            <p:ph type="sldNum" sz="quarter" idx="16"/>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7" name="Date Placeholder 6">
            <a:extLst>
              <a:ext uri="{FF2B5EF4-FFF2-40B4-BE49-F238E27FC236}">
                <a16:creationId xmlns:a16="http://schemas.microsoft.com/office/drawing/2014/main" id="{260958E1-1A6E-215C-E558-5C2B7E025D13}"/>
              </a:ext>
            </a:extLst>
          </p:cNvPr>
          <p:cNvSpPr>
            <a:spLocks noGrp="1"/>
          </p:cNvSpPr>
          <p:nvPr>
            <p:ph type="dt" sz="half" idx="14"/>
          </p:nvPr>
        </p:nvSpPr>
        <p:spPr/>
        <p:txBody>
          <a:bodyPr/>
          <a:lstStyle>
            <a:lvl1pPr>
              <a:defRPr>
                <a:solidFill>
                  <a:schemeClr val="tx1"/>
                </a:solidFill>
              </a:defRPr>
            </a:lvl1pPr>
          </a:lstStyle>
          <a:p>
            <a:fld id="{C893B396-7097-498E-8C2A-9D79ADCCCAED}" type="datetime4">
              <a:rPr lang="en-US" smtClean="0"/>
              <a:t>May 15, 2026</a:t>
            </a:fld>
            <a:endParaRPr lang="en-US"/>
          </a:p>
        </p:txBody>
      </p:sp>
    </p:spTree>
    <p:extLst>
      <p:ext uri="{BB962C8B-B14F-4D97-AF65-F5344CB8AC3E}">
        <p14:creationId xmlns:p14="http://schemas.microsoft.com/office/powerpoint/2010/main" val="2345424658"/>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E329EFD-F995-2B63-9CDE-9794EE624A63}"/>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89CBFB52-CE70-A084-2784-8ADA5CBB0506}"/>
              </a:ext>
              <a:ext uri="{C183D7F6-B498-43B3-948B-1728B52AA6E4}">
                <adec:decorative xmlns:adec="http://schemas.microsoft.com/office/drawing/2017/decorative" val="1"/>
              </a:ext>
            </a:extLst>
          </p:cNvPr>
          <p:cNvSpPr/>
          <p:nvPr/>
        </p:nvSpPr>
        <p:spPr>
          <a:xfrm>
            <a:off x="733197" y="1114197"/>
            <a:ext cx="4629606" cy="46296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59536" y="2441448"/>
            <a:ext cx="4389120" cy="1984248"/>
          </a:xfrm>
          <a:prstGeom prst="rect">
            <a:avLst/>
          </a:prstGeom>
        </p:spPr>
        <p:txBody>
          <a:bodyPr anchor="ctr">
            <a:normAutofit/>
          </a:bodyPr>
          <a:lstStyle>
            <a:lvl1pPr algn="ctr">
              <a:lnSpc>
                <a:spcPct val="120000"/>
              </a:lnSpc>
              <a:defRPr sz="4000">
                <a:solidFill>
                  <a:schemeClr val="bg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272786" y="1792224"/>
            <a:ext cx="4626864" cy="3529584"/>
          </a:xfrm>
          <a:prstGeom prst="rect">
            <a:avLst/>
          </a:prstGeom>
        </p:spPr>
        <p:txBody>
          <a:bodyPr vert="horz" lIns="91440" tIns="45720" rIns="91440" bIns="45720" rtlCol="0" anchor="ctr">
            <a:normAutofit/>
          </a:bodyPr>
          <a:lstStyle>
            <a:lvl1pPr marL="0" indent="0">
              <a:lnSpc>
                <a:spcPct val="130000"/>
              </a:lnSpc>
              <a:buNone/>
              <a:defRPr lang="en-US" sz="2400" dirty="0">
                <a:solidFill>
                  <a:schemeClr val="tx1"/>
                </a:solidFill>
              </a:defRPr>
            </a:lvl1pPr>
            <a:lvl2pPr marL="228600" indent="0">
              <a:lnSpc>
                <a:spcPct val="130000"/>
              </a:lnSpc>
              <a:buNone/>
              <a:defRPr lang="en-US" sz="2000" dirty="0">
                <a:solidFill>
                  <a:schemeClr val="tx1"/>
                </a:solidFill>
              </a:defRPr>
            </a:lvl2pPr>
            <a:lvl3pPr marL="457200" indent="0">
              <a:lnSpc>
                <a:spcPct val="130000"/>
              </a:lnSpc>
              <a:buNone/>
              <a:defRPr lang="en-US" sz="1800" dirty="0">
                <a:solidFill>
                  <a:schemeClr val="tx1"/>
                </a:solidFill>
              </a:defRPr>
            </a:lvl3pPr>
            <a:lvl4pPr marL="685800" indent="0">
              <a:lnSpc>
                <a:spcPct val="130000"/>
              </a:lnSpc>
              <a:buNone/>
              <a:defRPr lang="en-US" sz="1600" dirty="0">
                <a:solidFill>
                  <a:schemeClr val="tx1"/>
                </a:solidFill>
              </a:defRPr>
            </a:lvl4pPr>
            <a:lvl5pPr marL="914400" indent="0">
              <a:lnSpc>
                <a:spcPct val="130000"/>
              </a:lnSpc>
              <a:buNone/>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11">
            <a:extLst>
              <a:ext uri="{FF2B5EF4-FFF2-40B4-BE49-F238E27FC236}">
                <a16:creationId xmlns:a16="http://schemas.microsoft.com/office/drawing/2014/main" id="{AD01EFD6-9B00-587B-896E-04546E348CB7}"/>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13" name="Slide Number Placeholder 12">
            <a:extLst>
              <a:ext uri="{FF2B5EF4-FFF2-40B4-BE49-F238E27FC236}">
                <a16:creationId xmlns:a16="http://schemas.microsoft.com/office/drawing/2014/main" id="{16E3DBA5-3A5D-C80F-F079-E97456BEC2FA}"/>
              </a:ext>
            </a:extLst>
          </p:cNvPr>
          <p:cNvSpPr>
            <a:spLocks noGrp="1"/>
          </p:cNvSpPr>
          <p:nvPr>
            <p:ph type="sldNum" sz="quarter" idx="17"/>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11" name="Date Placeholder 10">
            <a:extLst>
              <a:ext uri="{FF2B5EF4-FFF2-40B4-BE49-F238E27FC236}">
                <a16:creationId xmlns:a16="http://schemas.microsoft.com/office/drawing/2014/main" id="{7470B87B-1EC8-FB40-1A35-1CFC24500D80}"/>
              </a:ext>
            </a:extLst>
          </p:cNvPr>
          <p:cNvSpPr>
            <a:spLocks noGrp="1"/>
          </p:cNvSpPr>
          <p:nvPr>
            <p:ph type="dt" sz="half" idx="15"/>
          </p:nvPr>
        </p:nvSpPr>
        <p:spPr/>
        <p:txBody>
          <a:bodyPr/>
          <a:lstStyle>
            <a:lvl1pPr>
              <a:defRPr>
                <a:solidFill>
                  <a:schemeClr val="tx1"/>
                </a:solidFill>
              </a:defRPr>
            </a:lvl1pPr>
          </a:lstStyle>
          <a:p>
            <a:fld id="{F6C243A7-CA09-4236-A001-D0FE00D74803}" type="datetime4">
              <a:rPr lang="en-US" smtClean="0"/>
              <a:t>May 15, 2026</a:t>
            </a:fld>
            <a:endParaRPr lang="en-US"/>
          </a:p>
        </p:txBody>
      </p:sp>
    </p:spTree>
    <p:extLst>
      <p:ext uri="{BB962C8B-B14F-4D97-AF65-F5344CB8AC3E}">
        <p14:creationId xmlns:p14="http://schemas.microsoft.com/office/powerpoint/2010/main" val="3539985581"/>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Title Placeholder 7">
            <a:extLst>
              <a:ext uri="{FF2B5EF4-FFF2-40B4-BE49-F238E27FC236}">
                <a16:creationId xmlns:a16="http://schemas.microsoft.com/office/drawing/2014/main" id="{84B65554-DB7D-CC81-D612-8170BD715444}"/>
              </a:ext>
            </a:extLst>
          </p:cNvPr>
          <p:cNvSpPr>
            <a:spLocks noGrp="1"/>
          </p:cNvSpPr>
          <p:nvPr>
            <p:ph type="title"/>
          </p:nvPr>
        </p:nvSpPr>
        <p:spPr>
          <a:xfrm>
            <a:off x="612648" y="365125"/>
            <a:ext cx="10515600" cy="1325563"/>
          </a:xfrm>
          <a:prstGeom prst="rect">
            <a:avLst/>
          </a:prstGeom>
        </p:spPr>
        <p:txBody>
          <a:bodyPr vert="horz" lIns="91440" tIns="45720" rIns="91440" bIns="45720" rtlCol="0" anchor="b">
            <a:normAutofit/>
          </a:bodyPr>
          <a:lstStyle/>
          <a:p>
            <a:r>
              <a:rPr lang="en-US"/>
              <a:t>Click to edit Master title style</a:t>
            </a:r>
          </a:p>
        </p:txBody>
      </p:sp>
      <p:sp>
        <p:nvSpPr>
          <p:cNvPr id="7" name="Text Placeholder 6">
            <a:extLst>
              <a:ext uri="{FF2B5EF4-FFF2-40B4-BE49-F238E27FC236}">
                <a16:creationId xmlns:a16="http://schemas.microsoft.com/office/drawing/2014/main" id="{46EA75EC-5FB9-4085-AA9C-B50367B6E92D}"/>
              </a:ext>
            </a:extLst>
          </p:cNvPr>
          <p:cNvSpPr>
            <a:spLocks noGrp="1"/>
          </p:cNvSpPr>
          <p:nvPr>
            <p:ph type="body" idx="1"/>
          </p:nvPr>
        </p:nvSpPr>
        <p:spPr>
          <a:xfrm>
            <a:off x="612648"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673E5B98-AB07-09F6-04F8-C2EB3C12CD78}"/>
              </a:ext>
            </a:extLst>
          </p:cNvPr>
          <p:cNvSpPr>
            <a:spLocks noGrp="1"/>
          </p:cNvSpPr>
          <p:nvPr>
            <p:ph type="ftr" sz="quarter" idx="3"/>
          </p:nvPr>
        </p:nvSpPr>
        <p:spPr>
          <a:xfrm rot="5400000">
            <a:off x="10469880" y="1609344"/>
            <a:ext cx="2670048" cy="365125"/>
          </a:xfrm>
          <a:prstGeom prst="rect">
            <a:avLst/>
          </a:prstGeom>
        </p:spPr>
        <p:txBody>
          <a:bodyPr vert="horz" lIns="91440" tIns="45720" rIns="91440" bIns="45720" rtlCol="0" anchor="ctr"/>
          <a:lstStyle>
            <a:lvl1pPr algn="r">
              <a:defRPr sz="700" b="1" cap="all" spc="300" baseline="0">
                <a:solidFill>
                  <a:schemeClr val="tx1"/>
                </a:solidFill>
              </a:defRPr>
            </a:lvl1pPr>
          </a:lstStyle>
          <a:p>
            <a:pPr algn="r"/>
            <a:r>
              <a:rPr lang="en-US"/>
              <a:t>Sample Footer Text</a:t>
            </a:r>
          </a:p>
        </p:txBody>
      </p:sp>
      <p:sp>
        <p:nvSpPr>
          <p:cNvPr id="6" name="Slide Number Placeholder 5">
            <a:extLst>
              <a:ext uri="{FF2B5EF4-FFF2-40B4-BE49-F238E27FC236}">
                <a16:creationId xmlns:a16="http://schemas.microsoft.com/office/drawing/2014/main" id="{0332D13A-F013-C2CA-B786-0E62D0843407}"/>
              </a:ext>
            </a:extLst>
          </p:cNvPr>
          <p:cNvSpPr>
            <a:spLocks noGrp="1"/>
          </p:cNvSpPr>
          <p:nvPr>
            <p:ph type="sldNum" sz="quarter" idx="4"/>
          </p:nvPr>
        </p:nvSpPr>
        <p:spPr>
          <a:xfrm>
            <a:off x="11494008" y="3218688"/>
            <a:ext cx="630936" cy="429768"/>
          </a:xfrm>
          <a:prstGeom prst="rect">
            <a:avLst/>
          </a:prstGeom>
        </p:spPr>
        <p:txBody>
          <a:bodyPr vert="horz" lIns="91440" tIns="45720" rIns="91440" bIns="45720" rtlCol="0" anchor="ctr"/>
          <a:lstStyle>
            <a:lvl1pPr algn="ctr">
              <a:defRPr sz="1600" b="1">
                <a:solidFill>
                  <a:schemeClr val="tx1"/>
                </a:solidFill>
                <a:latin typeface="+mj-lt"/>
              </a:defRPr>
            </a:lvl1pPr>
          </a:lstStyle>
          <a:p>
            <a:pPr algn="ctr"/>
            <a:fld id="{8D252C1B-CBF0-4A4D-8F57-7FB989103249}" type="slidenum">
              <a:rPr lang="en-US" smtClean="0"/>
              <a:pPr algn="ctr"/>
              <a:t>‹#›</a:t>
            </a:fld>
            <a:endParaRPr lang="en-US"/>
          </a:p>
        </p:txBody>
      </p:sp>
      <p:sp>
        <p:nvSpPr>
          <p:cNvPr id="4" name="Date Placeholder 3">
            <a:extLst>
              <a:ext uri="{FF2B5EF4-FFF2-40B4-BE49-F238E27FC236}">
                <a16:creationId xmlns:a16="http://schemas.microsoft.com/office/drawing/2014/main" id="{1E9F681B-72AC-AD9A-C239-A41763E16ADA}"/>
              </a:ext>
            </a:extLst>
          </p:cNvPr>
          <p:cNvSpPr>
            <a:spLocks noGrp="1"/>
          </p:cNvSpPr>
          <p:nvPr>
            <p:ph type="dt" sz="half" idx="2"/>
          </p:nvPr>
        </p:nvSpPr>
        <p:spPr>
          <a:xfrm rot="5400000">
            <a:off x="10479024" y="4882896"/>
            <a:ext cx="2670048"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6EA11648-0C4F-47A6-87C5-F11B07111556}" type="datetime4">
              <a:rPr lang="en-US" smtClean="0"/>
              <a:t>May 15, 2026</a:t>
            </a:fld>
            <a:endParaRPr lang="en-US"/>
          </a:p>
        </p:txBody>
      </p:sp>
    </p:spTree>
    <p:extLst>
      <p:ext uri="{BB962C8B-B14F-4D97-AF65-F5344CB8AC3E}">
        <p14:creationId xmlns:p14="http://schemas.microsoft.com/office/powerpoint/2010/main" val="179881722"/>
      </p:ext>
    </p:extLst>
  </p:cSld>
  <p:clrMap bg1="lt1" tx1="dk1" bg2="lt2" tx2="dk2" accent1="accent1" accent2="accent2" accent3="accent3" accent4="accent4" accent5="accent5" accent6="accent6" hlink="hlink" folHlink="folHlink"/>
  <p:sldLayoutIdLst>
    <p:sldLayoutId id="2147483873" r:id="rId1"/>
    <p:sldLayoutId id="2147483882" r:id="rId2"/>
    <p:sldLayoutId id="2147483871" r:id="rId3"/>
    <p:sldLayoutId id="2147483872" r:id="rId4"/>
    <p:sldLayoutId id="2147483874" r:id="rId5"/>
    <p:sldLayoutId id="2147483867" r:id="rId6"/>
    <p:sldLayoutId id="2147483868" r:id="rId7"/>
    <p:sldLayoutId id="2147483869" r:id="rId8"/>
    <p:sldLayoutId id="2147483870" r:id="rId9"/>
    <p:sldLayoutId id="2147483875" r:id="rId10"/>
    <p:sldLayoutId id="2147483877" r:id="rId11"/>
    <p:sldLayoutId id="2147483878" r:id="rId12"/>
    <p:sldLayoutId id="2147483879" r:id="rId13"/>
    <p:sldLayoutId id="2147483883" r:id="rId14"/>
    <p:sldLayoutId id="2147483884" r:id="rId15"/>
    <p:sldLayoutId id="2147483885" r:id="rId16"/>
    <p:sldLayoutId id="2147483886" r:id="rId17"/>
    <p:sldLayoutId id="2147483887" r:id="rId18"/>
    <p:sldLayoutId id="2147483888" r:id="rId19"/>
    <p:sldLayoutId id="2147483889" r:id="rId20"/>
    <p:sldLayoutId id="2147483890" r:id="rId21"/>
    <p:sldLayoutId id="2147483891" r:id="rId22"/>
    <p:sldLayoutId id="2147483892" r:id="rId23"/>
    <p:sldLayoutId id="2147483893" r:id="rId24"/>
    <p:sldLayoutId id="2147483894" r:id="rId25"/>
    <p:sldLayoutId id="2147483895" r:id="rId26"/>
    <p:sldLayoutId id="2147483896" r:id="rId27"/>
    <p:sldLayoutId id="2147483897" r:id="rId28"/>
    <p:sldLayoutId id="2147483898" r:id="rId29"/>
    <p:sldLayoutId id="2147483899" r:id="rId30"/>
    <p:sldLayoutId id="2147483900" r:id="rId31"/>
    <p:sldLayoutId id="2147483901" r:id="rId32"/>
    <p:sldLayoutId id="2147483902" r:id="rId33"/>
    <p:sldLayoutId id="2147483903" r:id="rId34"/>
    <p:sldLayoutId id="2147483904" r:id="rId35"/>
    <p:sldLayoutId id="2147483905" r:id="rId36"/>
    <p:sldLayoutId id="2147483928" r:id="rId37"/>
    <p:sldLayoutId id="2147483929" r:id="rId38"/>
    <p:sldLayoutId id="2147483930" r:id="rId39"/>
    <p:sldLayoutId id="2147483909" r:id="rId40"/>
    <p:sldLayoutId id="2147483910" r:id="rId41"/>
    <p:sldLayoutId id="2147483911" r:id="rId42"/>
    <p:sldLayoutId id="2147483924" r:id="rId43"/>
    <p:sldLayoutId id="2147483925" r:id="rId44"/>
    <p:sldLayoutId id="2147483926" r:id="rId45"/>
    <p:sldLayoutId id="2147483927" r:id="rId46"/>
    <p:sldLayoutId id="2147483916" r:id="rId47"/>
    <p:sldLayoutId id="2147483917" r:id="rId48"/>
    <p:sldLayoutId id="2147483918" r:id="rId49"/>
    <p:sldLayoutId id="2147483919" r:id="rId50"/>
    <p:sldLayoutId id="2147483920" r:id="rId51"/>
    <p:sldLayoutId id="2147483921" r:id="rId52"/>
    <p:sldLayoutId id="2147483922" r:id="rId53"/>
    <p:sldLayoutId id="2147483923" r:id="rId54"/>
  </p:sldLayoutIdLst>
  <p:hf sldNum="0" hdr="0" ftr="0" dt="0"/>
  <p:txStyles>
    <p:titleStyle>
      <a:lvl1pPr algn="l" defTabSz="914400" rtl="0" eaLnBrk="1" latinLnBrk="0" hangingPunct="1">
        <a:lnSpc>
          <a:spcPct val="120000"/>
        </a:lnSpc>
        <a:spcBef>
          <a:spcPct val="0"/>
        </a:spcBef>
        <a:buNone/>
        <a:defRPr lang="en-US" sz="2800" b="1" kern="1200" cap="all" spc="500" baseline="0" dirty="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lang="en-US" sz="1400" kern="1200" smtClean="0">
          <a:solidFill>
            <a:schemeClr val="tx1"/>
          </a:solidFill>
          <a:latin typeface="+mn-lt"/>
          <a:ea typeface="+mn-ea"/>
          <a:cs typeface="+mn-cs"/>
        </a:defRPr>
      </a:lvl1pPr>
      <a:lvl2pPr marL="4572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lang="en-US"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xml"/><Relationship Id="rId1" Type="http://schemas.openxmlformats.org/officeDocument/2006/relationships/slideLayout" Target="../slideLayouts/slideLayout35.xml"/><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4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7.xml"/></Relationships>
</file>

<file path=ppt/slides/_rels/slide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1.xml"/><Relationship Id="rId1" Type="http://schemas.openxmlformats.org/officeDocument/2006/relationships/slideLayout" Target="../slideLayouts/slideLayout35.xml"/><Relationship Id="rId4" Type="http://schemas.openxmlformats.org/officeDocument/2006/relationships/image" Target="../media/image19.jpg"/></Relationships>
</file>

<file path=ppt/slides/_rels/slide1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2.xml"/><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47.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47.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47.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47.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4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1.xml"/><Relationship Id="rId1" Type="http://schemas.openxmlformats.org/officeDocument/2006/relationships/slideLayout" Target="../slideLayouts/slideLayout47.xml"/></Relationships>
</file>

<file path=ppt/slides/_rels/slide2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2.xml"/><Relationship Id="rId1" Type="http://schemas.openxmlformats.org/officeDocument/2006/relationships/slideLayout" Target="../slideLayouts/slideLayout47.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3.xml"/><Relationship Id="rId1" Type="http://schemas.openxmlformats.org/officeDocument/2006/relationships/slideLayout" Target="../slideLayouts/slideLayout4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9AC2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B5FACA3-EE90-A77C-80DB-B642DADB53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12192000" cy="6858001"/>
          </a:xfrm>
          <a:prstGeom prst="rect">
            <a:avLst/>
          </a:prstGeom>
        </p:spPr>
      </p:pic>
      <p:sp>
        <p:nvSpPr>
          <p:cNvPr id="2" name="Title 1">
            <a:extLst>
              <a:ext uri="{FF2B5EF4-FFF2-40B4-BE49-F238E27FC236}">
                <a16:creationId xmlns:a16="http://schemas.microsoft.com/office/drawing/2014/main" id="{DAA09014-145D-F2AB-6C43-134F911F3681}"/>
              </a:ext>
            </a:extLst>
          </p:cNvPr>
          <p:cNvSpPr>
            <a:spLocks noGrp="1"/>
          </p:cNvSpPr>
          <p:nvPr>
            <p:ph type="ctrTitle"/>
          </p:nvPr>
        </p:nvSpPr>
        <p:spPr>
          <a:xfrm>
            <a:off x="2689860" y="1995353"/>
            <a:ext cx="6812280" cy="77640"/>
          </a:xfrm>
          <a:effectLst>
            <a:outerShdw blurRad="25400" dist="50800" dir="5400000" sx="147000" sy="147000" algn="ctr" rotWithShape="0">
              <a:schemeClr val="tx1">
                <a:alpha val="0"/>
              </a:schemeClr>
            </a:outerShdw>
          </a:effectLst>
          <a:scene3d>
            <a:camera prst="orthographicFront"/>
            <a:lightRig rig="threePt" dir="t"/>
          </a:scene3d>
          <a:sp3d prstMaterial="metal"/>
        </p:spPr>
        <p:txBody>
          <a:bodyPr anchor="ctr">
            <a:normAutofit fontScale="90000"/>
          </a:bodyPr>
          <a:lstStyle/>
          <a:p>
            <a:br>
              <a:rPr lang="en-US" sz="4800" dirty="0">
                <a:effectLst>
                  <a:outerShdw blurRad="50800" dist="38100" dir="5400000" algn="ctr" rotWithShape="0">
                    <a:schemeClr val="bg1"/>
                  </a:outerShdw>
                </a:effectLst>
              </a:rPr>
            </a:br>
            <a:r>
              <a:rPr lang="en-US" sz="4800" dirty="0">
                <a:effectLst>
                  <a:outerShdw blurRad="50800" dist="38100" dir="5400000" algn="ctr" rotWithShape="0">
                    <a:schemeClr val="bg1"/>
                  </a:outerShdw>
                </a:effectLst>
              </a:rPr>
              <a:t>Analytics Project</a:t>
            </a:r>
          </a:p>
        </p:txBody>
      </p:sp>
      <p:sp>
        <p:nvSpPr>
          <p:cNvPr id="3" name="Subtitle 2">
            <a:extLst>
              <a:ext uri="{FF2B5EF4-FFF2-40B4-BE49-F238E27FC236}">
                <a16:creationId xmlns:a16="http://schemas.microsoft.com/office/drawing/2014/main" id="{60EC0F22-3D64-05BC-76E6-A41B8282B818}"/>
              </a:ext>
            </a:extLst>
          </p:cNvPr>
          <p:cNvSpPr>
            <a:spLocks noGrp="1"/>
          </p:cNvSpPr>
          <p:nvPr>
            <p:ph type="subTitle" idx="4294967295"/>
          </p:nvPr>
        </p:nvSpPr>
        <p:spPr>
          <a:xfrm>
            <a:off x="4525026" y="3626419"/>
            <a:ext cx="7616825" cy="1042987"/>
          </a:xfrm>
          <a:effectLst>
            <a:outerShdw blurRad="50800" dist="38100" dir="5400000" sx="191000" sy="191000" algn="ctr" rotWithShape="0">
              <a:schemeClr val="bg1"/>
            </a:outerShdw>
          </a:effectLst>
        </p:spPr>
        <p:txBody>
          <a:bodyPr anchor="ctr">
            <a:noAutofit/>
          </a:bodyPr>
          <a:lstStyle/>
          <a:p>
            <a:pPr marL="0" indent="0" algn="ctr">
              <a:buNone/>
            </a:pPr>
            <a:r>
              <a:rPr lang="en-US" sz="3200" b="1" dirty="0">
                <a:effectLst>
                  <a:outerShdw blurRad="50800" dist="50800" dir="5400000" sx="31000" sy="31000" algn="ctr" rotWithShape="0">
                    <a:schemeClr val="bg1"/>
                  </a:outerShdw>
                </a:effectLst>
              </a:rPr>
              <a:t>Leveraging data to transform rail    transportation insights</a:t>
            </a:r>
          </a:p>
        </p:txBody>
      </p:sp>
      <p:pic>
        <p:nvPicPr>
          <p:cNvPr id="7" name="Picture 6">
            <a:extLst>
              <a:ext uri="{FF2B5EF4-FFF2-40B4-BE49-F238E27FC236}">
                <a16:creationId xmlns:a16="http://schemas.microsoft.com/office/drawing/2014/main" id="{5316DECA-FF54-D9E6-3757-18A197AF3E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2950" y="288867"/>
            <a:ext cx="4140625" cy="651009"/>
          </a:xfrm>
          <a:prstGeom prst="rect">
            <a:avLst/>
          </a:prstGeom>
        </p:spPr>
      </p:pic>
    </p:spTree>
    <p:extLst>
      <p:ext uri="{BB962C8B-B14F-4D97-AF65-F5344CB8AC3E}">
        <p14:creationId xmlns:p14="http://schemas.microsoft.com/office/powerpoint/2010/main" val="2823791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266E6F3-298A-6409-C2A4-BA70604DF706}"/>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5C66C3B6-2174-E91F-7C64-0ABCEF475DE7}"/>
              </a:ext>
            </a:extLst>
          </p:cNvPr>
          <p:cNvSpPr/>
          <p:nvPr/>
        </p:nvSpPr>
        <p:spPr>
          <a:xfrm>
            <a:off x="-88897" y="-9525"/>
            <a:ext cx="4093029" cy="686752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D078EA5C-5C99-EEB9-A2BE-50C95C76875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8" y="2032005"/>
            <a:ext cx="6649916" cy="1229535"/>
          </a:xfrm>
        </p:spPr>
        <p:txBody>
          <a:bodyPr>
            <a:noAutofit/>
          </a:bodyPr>
          <a:lstStyle/>
          <a:p>
            <a:pPr marL="0" indent="0">
              <a:buNone/>
            </a:pPr>
            <a:r>
              <a:rPr lang="en-US" sz="2800" dirty="0">
                <a:solidFill>
                  <a:schemeClr val="bg1"/>
                </a:solidFill>
                <a:effectLst>
                  <a:outerShdw blurRad="50800" dist="50800" dir="5400000" sx="1000" sy="1000" algn="ctr" rotWithShape="0">
                    <a:schemeClr val="tx1"/>
                  </a:outerShdw>
                </a:effectLst>
              </a:rPr>
              <a:t>Instructor</a:t>
            </a:r>
          </a:p>
          <a:p>
            <a:pPr marL="0" indent="0">
              <a:buNone/>
            </a:pPr>
            <a:r>
              <a:rPr lang="en-US" sz="2000" b="1" dirty="0">
                <a:solidFill>
                  <a:schemeClr val="bg1"/>
                </a:solidFill>
                <a:effectLst>
                  <a:outerShdw blurRad="50800" dist="50800" dir="5400000" sx="1000" sy="1000" algn="ctr" rotWithShape="0">
                    <a:schemeClr val="tx1"/>
                  </a:outerShdw>
                </a:effectLst>
              </a:rPr>
              <a:t>Eng. Kareem Bakli</a:t>
            </a:r>
          </a:p>
        </p:txBody>
      </p:sp>
      <p:pic>
        <p:nvPicPr>
          <p:cNvPr id="6" name="Picture 5">
            <a:extLst>
              <a:ext uri="{FF2B5EF4-FFF2-40B4-BE49-F238E27FC236}">
                <a16:creationId xmlns:a16="http://schemas.microsoft.com/office/drawing/2014/main" id="{BAD6E1F9-66CB-9801-8C60-98D257B969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98971" y="-9526"/>
            <a:ext cx="7239000" cy="6867525"/>
          </a:xfrm>
          <a:prstGeom prst="rect">
            <a:avLst/>
          </a:prstGeom>
        </p:spPr>
      </p:pic>
      <p:grpSp>
        <p:nvGrpSpPr>
          <p:cNvPr id="16" name="Group 15">
            <a:extLst>
              <a:ext uri="{FF2B5EF4-FFF2-40B4-BE49-F238E27FC236}">
                <a16:creationId xmlns:a16="http://schemas.microsoft.com/office/drawing/2014/main" id="{AB22B189-D8A3-3440-E637-BF25FA45FF53}"/>
              </a:ext>
            </a:extLst>
          </p:cNvPr>
          <p:cNvGrpSpPr/>
          <p:nvPr/>
        </p:nvGrpSpPr>
        <p:grpSpPr>
          <a:xfrm>
            <a:off x="4094841" y="555077"/>
            <a:ext cx="4093029" cy="3126690"/>
            <a:chOff x="4308932" y="555077"/>
            <a:chExt cx="4093029" cy="3126690"/>
          </a:xfrm>
        </p:grpSpPr>
        <p:sp>
          <p:nvSpPr>
            <p:cNvPr id="5" name="TextBox 4">
              <a:extLst>
                <a:ext uri="{FF2B5EF4-FFF2-40B4-BE49-F238E27FC236}">
                  <a16:creationId xmlns:a16="http://schemas.microsoft.com/office/drawing/2014/main" id="{31FFCAC9-1FFC-FC74-E0A2-D5ED86BC678C}"/>
                </a:ext>
              </a:extLst>
            </p:cNvPr>
            <p:cNvSpPr txBox="1"/>
            <p:nvPr/>
          </p:nvSpPr>
          <p:spPr>
            <a:xfrm>
              <a:off x="4308932" y="555077"/>
              <a:ext cx="4093029" cy="3126690"/>
            </a:xfrm>
            <a:prstGeom prst="rect">
              <a:avLst/>
            </a:prstGeom>
            <a:noFill/>
          </p:spPr>
          <p:txBody>
            <a:bodyPr wrap="square">
              <a:spAutoFit/>
            </a:bodyPr>
            <a:lstStyle/>
            <a:p>
              <a:pPr marL="0" indent="0" algn="ctr">
                <a:spcBef>
                  <a:spcPts val="2500"/>
                </a:spcBef>
                <a:buFont typeface="Arial" panose="020B0604020202020204" pitchFamily="34" charset="0"/>
                <a:buNone/>
              </a:pPr>
              <a:r>
                <a:rPr lang="en-US" sz="2800" b="1" dirty="0">
                  <a:solidFill>
                    <a:srgbClr val="183A62"/>
                  </a:solidFill>
                  <a:effectLst>
                    <a:outerShdw blurRad="50800" dist="50800" dir="5400000" sx="1000" sy="1000" algn="ctr" rotWithShape="0">
                      <a:schemeClr val="tx1"/>
                    </a:outerShdw>
                  </a:effectLst>
                </a:rPr>
                <a:t>Data Analysis Team</a:t>
              </a:r>
            </a:p>
            <a:p>
              <a:pPr marL="0" lvl="1">
                <a:lnSpc>
                  <a:spcPct val="130000"/>
                </a:lnSpc>
                <a:spcBef>
                  <a:spcPts val="1000"/>
                </a:spcBef>
              </a:pPr>
              <a:r>
                <a:rPr lang="en-US" sz="2000" dirty="0">
                  <a:effectLst>
                    <a:outerShdw blurRad="50800" dist="50800" dir="5400000" sx="1000" sy="1000" algn="ctr" rotWithShape="0">
                      <a:schemeClr val="tx1"/>
                    </a:outerShdw>
                  </a:effectLst>
                </a:rPr>
                <a:t>        </a:t>
              </a:r>
            </a:p>
            <a:p>
              <a:pPr marL="0" lvl="1">
                <a:lnSpc>
                  <a:spcPct val="130000"/>
                </a:lnSpc>
                <a:spcBef>
                  <a:spcPts val="1000"/>
                </a:spcBef>
              </a:pPr>
              <a:r>
                <a:rPr lang="en-US" sz="2000" b="1" dirty="0">
                  <a:effectLst>
                    <a:outerShdw blurRad="50800" dist="50800" dir="5400000" sx="1000" sy="1000" algn="ctr" rotWithShape="0">
                      <a:schemeClr val="tx1"/>
                    </a:outerShdw>
                  </a:effectLst>
                </a:rPr>
                <a:t>         </a:t>
              </a:r>
              <a:r>
                <a:rPr lang="en-US" sz="2000" b="1" dirty="0">
                  <a:solidFill>
                    <a:srgbClr val="183A62"/>
                  </a:solidFill>
                  <a:effectLst>
                    <a:outerShdw blurRad="50800" dist="50800" dir="5400000" sx="1000" sy="1000" algn="ctr" rotWithShape="0">
                      <a:schemeClr val="tx1"/>
                    </a:outerShdw>
                  </a:effectLst>
                </a:rPr>
                <a:t>Rimon Ezzat Habeeb</a:t>
              </a:r>
            </a:p>
            <a:p>
              <a:pPr marL="0" lvl="1">
                <a:lnSpc>
                  <a:spcPct val="130000"/>
                </a:lnSpc>
                <a:spcBef>
                  <a:spcPts val="1000"/>
                </a:spcBef>
              </a:pPr>
              <a:r>
                <a:rPr lang="en-US" sz="2000" b="1" dirty="0">
                  <a:solidFill>
                    <a:srgbClr val="183A62"/>
                  </a:solidFill>
                  <a:effectLst>
                    <a:outerShdw blurRad="50800" dist="50800" dir="5400000" sx="1000" sy="1000" algn="ctr" rotWithShape="0">
                      <a:schemeClr val="tx1"/>
                    </a:outerShdw>
                  </a:effectLst>
                </a:rPr>
                <a:t>         Shereen Talaat Saad</a:t>
              </a:r>
            </a:p>
            <a:p>
              <a:pPr marL="0" lvl="1">
                <a:lnSpc>
                  <a:spcPct val="130000"/>
                </a:lnSpc>
                <a:spcBef>
                  <a:spcPts val="1000"/>
                </a:spcBef>
              </a:pPr>
              <a:r>
                <a:rPr lang="en-US" sz="2000" b="1" dirty="0">
                  <a:solidFill>
                    <a:srgbClr val="183A62"/>
                  </a:solidFill>
                  <a:effectLst>
                    <a:outerShdw blurRad="50800" dist="50800" dir="5400000" sx="1000" sy="1000" algn="ctr" rotWithShape="0">
                      <a:schemeClr val="tx1"/>
                    </a:outerShdw>
                  </a:effectLst>
                </a:rPr>
                <a:t>         Basma Atef Abd-</a:t>
              </a:r>
              <a:r>
                <a:rPr lang="en-US" sz="2000" b="1" dirty="0" err="1">
                  <a:solidFill>
                    <a:srgbClr val="183A62"/>
                  </a:solidFill>
                  <a:effectLst>
                    <a:outerShdw blurRad="50800" dist="50800" dir="5400000" sx="1000" sy="1000" algn="ctr" rotWithShape="0">
                      <a:schemeClr val="tx1"/>
                    </a:outerShdw>
                  </a:effectLst>
                </a:rPr>
                <a:t>Elghafour</a:t>
              </a:r>
              <a:endParaRPr lang="en-US" sz="2000" b="1" dirty="0">
                <a:solidFill>
                  <a:srgbClr val="183A62"/>
                </a:solidFill>
                <a:effectLst>
                  <a:outerShdw blurRad="50800" dist="50800" dir="5400000" sx="1000" sy="1000" algn="ctr" rotWithShape="0">
                    <a:schemeClr val="tx1"/>
                  </a:outerShdw>
                </a:effectLst>
              </a:endParaRPr>
            </a:p>
            <a:p>
              <a:pPr marL="0" lvl="1">
                <a:lnSpc>
                  <a:spcPct val="130000"/>
                </a:lnSpc>
                <a:spcBef>
                  <a:spcPts val="1000"/>
                </a:spcBef>
              </a:pPr>
              <a:r>
                <a:rPr lang="en-US" sz="2000" b="1" dirty="0">
                  <a:solidFill>
                    <a:srgbClr val="183A62"/>
                  </a:solidFill>
                  <a:effectLst>
                    <a:outerShdw blurRad="50800" dist="50800" dir="5400000" sx="1000" sy="1000" algn="ctr" rotWithShape="0">
                      <a:schemeClr val="tx1"/>
                    </a:outerShdw>
                  </a:effectLst>
                </a:rPr>
                <a:t>         Mona Mohammed Hussein</a:t>
              </a:r>
            </a:p>
          </p:txBody>
        </p:sp>
        <p:pic>
          <p:nvPicPr>
            <p:cNvPr id="10" name="Picture 9">
              <a:extLst>
                <a:ext uri="{FF2B5EF4-FFF2-40B4-BE49-F238E27FC236}">
                  <a16:creationId xmlns:a16="http://schemas.microsoft.com/office/drawing/2014/main" id="{F529E2CA-E6DA-7B7A-1EFC-F4D4F73F6A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32611" y="1659052"/>
              <a:ext cx="344810" cy="344810"/>
            </a:xfrm>
            <a:prstGeom prst="rect">
              <a:avLst/>
            </a:prstGeom>
          </p:spPr>
        </p:pic>
        <p:pic>
          <p:nvPicPr>
            <p:cNvPr id="12" name="Picture 11">
              <a:extLst>
                <a:ext uri="{FF2B5EF4-FFF2-40B4-BE49-F238E27FC236}">
                  <a16:creationId xmlns:a16="http://schemas.microsoft.com/office/drawing/2014/main" id="{13C4F059-1D4E-0168-EDA0-8CE24D75F7F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31184" y="2133039"/>
              <a:ext cx="396745" cy="396745"/>
            </a:xfrm>
            <a:prstGeom prst="rect">
              <a:avLst/>
            </a:prstGeom>
          </p:spPr>
        </p:pic>
        <p:pic>
          <p:nvPicPr>
            <p:cNvPr id="14" name="Picture 13">
              <a:extLst>
                <a:ext uri="{FF2B5EF4-FFF2-40B4-BE49-F238E27FC236}">
                  <a16:creationId xmlns:a16="http://schemas.microsoft.com/office/drawing/2014/main" id="{17375C3B-159F-BFA0-DDE6-7268B6E7D93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31184" y="2685456"/>
              <a:ext cx="396745" cy="396745"/>
            </a:xfrm>
            <a:prstGeom prst="rect">
              <a:avLst/>
            </a:prstGeom>
          </p:spPr>
        </p:pic>
        <p:pic>
          <p:nvPicPr>
            <p:cNvPr id="15" name="Picture 14">
              <a:extLst>
                <a:ext uri="{FF2B5EF4-FFF2-40B4-BE49-F238E27FC236}">
                  <a16:creationId xmlns:a16="http://schemas.microsoft.com/office/drawing/2014/main" id="{C2E53B35-6E2D-47D2-DD12-4EAF244AE75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3794" y="3191213"/>
              <a:ext cx="396745" cy="396745"/>
            </a:xfrm>
            <a:prstGeom prst="rect">
              <a:avLst/>
            </a:prstGeom>
          </p:spPr>
        </p:pic>
      </p:grpSp>
      <p:sp>
        <p:nvSpPr>
          <p:cNvPr id="19" name="Title 1">
            <a:extLst>
              <a:ext uri="{FF2B5EF4-FFF2-40B4-BE49-F238E27FC236}">
                <a16:creationId xmlns:a16="http://schemas.microsoft.com/office/drawing/2014/main" id="{BE320F33-5E87-05CF-828C-C38997E2F933}"/>
              </a:ext>
            </a:extLst>
          </p:cNvPr>
          <p:cNvSpPr txBox="1">
            <a:spLocks/>
          </p:cNvSpPr>
          <p:nvPr/>
        </p:nvSpPr>
        <p:spPr>
          <a:xfrm>
            <a:off x="-88897" y="369204"/>
            <a:ext cx="4093029" cy="1229534"/>
          </a:xfrm>
          <a:prstGeom prst="rect">
            <a:avLst/>
          </a:prstGeom>
        </p:spPr>
        <p:txBody>
          <a:bodyPr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dirty="0">
                <a:solidFill>
                  <a:schemeClr val="bg1"/>
                </a:solidFill>
                <a:latin typeface="Aptos" panose="020B0004020202020204" pitchFamily="34" charset="0"/>
              </a:rPr>
              <a:t>UK National Rail</a:t>
            </a:r>
            <a:br>
              <a:rPr lang="en-US" sz="2800" dirty="0">
                <a:solidFill>
                  <a:schemeClr val="bg1"/>
                </a:solidFill>
                <a:latin typeface="Aptos" panose="020B0004020202020204" pitchFamily="34" charset="0"/>
              </a:rPr>
            </a:br>
            <a:r>
              <a:rPr lang="en-US" sz="2800" dirty="0">
                <a:solidFill>
                  <a:schemeClr val="bg1"/>
                </a:solidFill>
                <a:latin typeface="Aptos" panose="020B0004020202020204" pitchFamily="34" charset="0"/>
              </a:rPr>
              <a:t>Analytics Project</a:t>
            </a:r>
          </a:p>
        </p:txBody>
      </p:sp>
    </p:spTree>
    <p:extLst>
      <p:ext uri="{BB962C8B-B14F-4D97-AF65-F5344CB8AC3E}">
        <p14:creationId xmlns:p14="http://schemas.microsoft.com/office/powerpoint/2010/main" val="39034055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EE93F0C-3E4C-D199-0397-144FB6E094D7}"/>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B5ED711-4102-1ED9-61A5-CC5724C110C3}"/>
              </a:ext>
            </a:extLst>
          </p:cNvPr>
          <p:cNvPicPr>
            <a:picLocks noChangeAspect="1"/>
          </p:cNvPicPr>
          <p:nvPr/>
        </p:nvPicPr>
        <p:blipFill>
          <a:blip r:embed="rId3">
            <a:extLst>
              <a:ext uri="{28A0092B-C50C-407E-A947-70E740481C1C}">
                <a14:useLocalDpi xmlns:a14="http://schemas.microsoft.com/office/drawing/2010/main" val="0"/>
              </a:ext>
            </a:extLst>
          </a:blip>
          <a:srcRect l="30681" r="29750" b="8879"/>
          <a:stretch>
            <a:fillRect/>
          </a:stretch>
        </p:blipFill>
        <p:spPr>
          <a:xfrm>
            <a:off x="7786255" y="-1"/>
            <a:ext cx="4412078" cy="6858001"/>
          </a:xfrm>
          <a:prstGeom prst="rect">
            <a:avLst/>
          </a:prstGeom>
        </p:spPr>
      </p:pic>
      <p:sp>
        <p:nvSpPr>
          <p:cNvPr id="3" name="TextBox 2">
            <a:extLst>
              <a:ext uri="{FF2B5EF4-FFF2-40B4-BE49-F238E27FC236}">
                <a16:creationId xmlns:a16="http://schemas.microsoft.com/office/drawing/2014/main" id="{33A792B0-0489-4DA3-7A10-2682F95C688C}"/>
              </a:ext>
            </a:extLst>
          </p:cNvPr>
          <p:cNvSpPr txBox="1"/>
          <p:nvPr/>
        </p:nvSpPr>
        <p:spPr>
          <a:xfrm>
            <a:off x="462987" y="1188119"/>
            <a:ext cx="6852213" cy="4616648"/>
          </a:xfrm>
          <a:prstGeom prst="rect">
            <a:avLst/>
          </a:prstGeom>
          <a:noFill/>
        </p:spPr>
        <p:txBody>
          <a:bodyPr wrap="square">
            <a:spAutoFit/>
          </a:bodyPr>
          <a:lstStyle/>
          <a:p>
            <a:pPr marL="457200" indent="-457200">
              <a:spcBef>
                <a:spcPts val="600"/>
              </a:spcBef>
              <a:buFont typeface="Arial" panose="020B0604020202020204" pitchFamily="34" charset="0"/>
              <a:buChar char="•"/>
            </a:pPr>
            <a:r>
              <a:rPr lang="en-US" sz="1800" b="0" dirty="0">
                <a:solidFill>
                  <a:srgbClr val="183A62"/>
                </a:solidFill>
                <a:latin typeface="Aptos" panose="020B0004020202020204" pitchFamily="34" charset="0"/>
              </a:rPr>
              <a:t>Project </a:t>
            </a:r>
            <a:r>
              <a:rPr lang="en-US" sz="1800" b="0" dirty="0">
                <a:solidFill>
                  <a:srgbClr val="183A62"/>
                </a:solidFill>
                <a:effectLst>
                  <a:outerShdw blurRad="50800" dist="50800" dir="5400000" sx="1000" sy="1000" algn="ctr" rotWithShape="0">
                    <a:schemeClr val="bg1"/>
                  </a:outerShdw>
                </a:effectLst>
                <a:latin typeface="Aptos" panose="020B0004020202020204" pitchFamily="34" charset="0"/>
              </a:rPr>
              <a:t>Overview</a:t>
            </a:r>
          </a:p>
          <a:p>
            <a:pPr marL="457200" indent="-457200" fontAlgn="base">
              <a:spcBef>
                <a:spcPts val="600"/>
              </a:spcBef>
              <a:buFont typeface="Arial" panose="020B0604020202020204" pitchFamily="34" charset="0"/>
              <a:buChar char="•"/>
            </a:pPr>
            <a:r>
              <a:rPr lang="en-US" sz="1800" b="0" dirty="0">
                <a:solidFill>
                  <a:srgbClr val="183A62"/>
                </a:solidFill>
                <a:latin typeface="Aptos" panose="020B0004020202020204" pitchFamily="34" charset="0"/>
              </a:rPr>
              <a:t>Dataset Description</a:t>
            </a:r>
          </a:p>
          <a:p>
            <a:pPr marL="457200" indent="-457200" fontAlgn="base">
              <a:spcBef>
                <a:spcPts val="600"/>
              </a:spcBef>
              <a:buFont typeface="Arial" panose="020B0604020202020204" pitchFamily="34" charset="0"/>
              <a:buChar char="•"/>
            </a:pPr>
            <a:r>
              <a:rPr lang="en-US" sz="1800" b="0" dirty="0">
                <a:solidFill>
                  <a:srgbClr val="183A62"/>
                </a:solidFill>
                <a:latin typeface="Aptos" panose="020B0004020202020204" pitchFamily="34" charset="0"/>
              </a:rPr>
              <a:t>Key Diagnostic Questions</a:t>
            </a:r>
          </a:p>
          <a:p>
            <a:pPr marL="457200" indent="-457200" fontAlgn="base">
              <a:spcBef>
                <a:spcPts val="600"/>
              </a:spcBef>
              <a:buFont typeface="Arial" panose="020B0604020202020204" pitchFamily="34" charset="0"/>
              <a:buChar char="•"/>
            </a:pPr>
            <a:r>
              <a:rPr lang="en-US" sz="1800" b="0" dirty="0">
                <a:solidFill>
                  <a:srgbClr val="183A62"/>
                </a:solidFill>
                <a:latin typeface="Aptos" panose="020B0004020202020204" pitchFamily="34" charset="0"/>
              </a:rPr>
              <a:t>Data Cleaning &amp; Preparation</a:t>
            </a:r>
          </a:p>
          <a:p>
            <a:pPr marL="457200" indent="-457200" fontAlgn="base">
              <a:spcBef>
                <a:spcPts val="600"/>
              </a:spcBef>
              <a:buFont typeface="Arial" panose="020B0604020202020204" pitchFamily="34" charset="0"/>
              <a:buChar char="•"/>
            </a:pPr>
            <a:r>
              <a:rPr lang="en-US" sz="1800" b="0" dirty="0">
                <a:solidFill>
                  <a:srgbClr val="183A62"/>
                </a:solidFill>
                <a:latin typeface="Aptos" panose="020B0004020202020204" pitchFamily="34" charset="0"/>
              </a:rPr>
              <a:t>Data Enrichment &amp; Dimension Tables</a:t>
            </a:r>
          </a:p>
          <a:p>
            <a:pPr marL="457200" indent="-457200" fontAlgn="base">
              <a:spcBef>
                <a:spcPts val="600"/>
              </a:spcBef>
              <a:buFont typeface="Arial" panose="020B0604020202020204" pitchFamily="34" charset="0"/>
              <a:buChar char="•"/>
            </a:pPr>
            <a:r>
              <a:rPr lang="en-US" sz="1800" b="0" dirty="0">
                <a:solidFill>
                  <a:srgbClr val="183A62"/>
                </a:solidFill>
                <a:latin typeface="Aptos" panose="020B0004020202020204" pitchFamily="34" charset="0"/>
              </a:rPr>
              <a:t>Exploratory Data Analysis (EDA)</a:t>
            </a:r>
          </a:p>
          <a:p>
            <a:pPr marL="457200" indent="-457200" fontAlgn="base">
              <a:spcBef>
                <a:spcPts val="600"/>
              </a:spcBef>
              <a:buFont typeface="Arial" panose="020B0604020202020204" pitchFamily="34" charset="0"/>
              <a:buChar char="•"/>
            </a:pPr>
            <a:r>
              <a:rPr lang="en-US" sz="1800" b="0" dirty="0">
                <a:solidFill>
                  <a:srgbClr val="183A62"/>
                </a:solidFill>
                <a:latin typeface="Aptos" panose="020B0004020202020204" pitchFamily="34" charset="0"/>
              </a:rPr>
              <a:t>Data Modeling</a:t>
            </a:r>
          </a:p>
          <a:p>
            <a:pPr marL="457200" indent="-457200" fontAlgn="base">
              <a:spcBef>
                <a:spcPts val="600"/>
              </a:spcBef>
              <a:buFont typeface="Arial" panose="020B0604020202020204" pitchFamily="34" charset="0"/>
              <a:buChar char="•"/>
            </a:pPr>
            <a:r>
              <a:rPr lang="en-US" sz="1800" b="0" dirty="0">
                <a:solidFill>
                  <a:srgbClr val="183A62"/>
                </a:solidFill>
                <a:latin typeface="Aptos" panose="020B0004020202020204" pitchFamily="34" charset="0"/>
              </a:rPr>
              <a:t>DAX Measures Overview</a:t>
            </a:r>
          </a:p>
          <a:p>
            <a:pPr marL="457200" indent="-457200" fontAlgn="base">
              <a:spcBef>
                <a:spcPts val="600"/>
              </a:spcBef>
              <a:buFont typeface="Arial" panose="020B0604020202020204" pitchFamily="34" charset="0"/>
              <a:buChar char="•"/>
            </a:pPr>
            <a:r>
              <a:rPr lang="en-US" sz="1800" b="0" dirty="0">
                <a:solidFill>
                  <a:srgbClr val="183A62"/>
                </a:solidFill>
                <a:latin typeface="Aptos" panose="020B0004020202020204" pitchFamily="34" charset="0"/>
              </a:rPr>
              <a:t>Dashboard Walkthrough</a:t>
            </a:r>
          </a:p>
          <a:p>
            <a:pPr marL="457200" indent="-457200" fontAlgn="base">
              <a:spcBef>
                <a:spcPts val="600"/>
              </a:spcBef>
              <a:buFont typeface="Arial" panose="020B0604020202020204" pitchFamily="34" charset="0"/>
              <a:buChar char="•"/>
            </a:pPr>
            <a:r>
              <a:rPr lang="en-US" sz="1800" b="0" dirty="0">
                <a:solidFill>
                  <a:srgbClr val="183A62"/>
                </a:solidFill>
                <a:latin typeface="Aptos" panose="020B0004020202020204" pitchFamily="34" charset="0"/>
              </a:rPr>
              <a:t>Key Insights &amp; Findings</a:t>
            </a:r>
          </a:p>
          <a:p>
            <a:pPr marL="457200" indent="-457200" fontAlgn="base">
              <a:spcBef>
                <a:spcPts val="600"/>
              </a:spcBef>
              <a:buFont typeface="Arial" panose="020B0604020202020204" pitchFamily="34" charset="0"/>
              <a:buChar char="•"/>
            </a:pPr>
            <a:r>
              <a:rPr lang="en-US" sz="1800" b="0" dirty="0">
                <a:solidFill>
                  <a:srgbClr val="183A62"/>
                </a:solidFill>
                <a:latin typeface="Aptos" panose="020B0004020202020204" pitchFamily="34" charset="0"/>
              </a:rPr>
              <a:t>Conclusions</a:t>
            </a:r>
          </a:p>
          <a:p>
            <a:pPr marL="457200" indent="-457200" fontAlgn="base">
              <a:spcBef>
                <a:spcPts val="600"/>
              </a:spcBef>
              <a:buFont typeface="Arial" panose="020B0604020202020204" pitchFamily="34" charset="0"/>
              <a:buChar char="•"/>
            </a:pPr>
            <a:r>
              <a:rPr lang="en-US" sz="1800" b="0" dirty="0">
                <a:solidFill>
                  <a:srgbClr val="183A62"/>
                </a:solidFill>
                <a:latin typeface="Aptos" panose="020B0004020202020204" pitchFamily="34" charset="0"/>
              </a:rPr>
              <a:t>Recommendations / Actions</a:t>
            </a:r>
            <a:endParaRPr lang="en-US" sz="1800" b="0" dirty="0">
              <a:solidFill>
                <a:srgbClr val="183A62"/>
              </a:solidFill>
              <a:effectLst>
                <a:outerShdw blurRad="50800" dist="50800" dir="5400000" sx="1000" sy="1000" algn="ctr" rotWithShape="0">
                  <a:schemeClr val="bg1"/>
                </a:outerShdw>
              </a:effectLst>
              <a:latin typeface="Aptos" panose="020B0004020202020204" pitchFamily="34" charset="0"/>
            </a:endParaRPr>
          </a:p>
          <a:p>
            <a:pPr marL="457200" indent="-457200" fontAlgn="base">
              <a:spcBef>
                <a:spcPts val="600"/>
              </a:spcBef>
              <a:buFont typeface="Arial" panose="020B0604020202020204" pitchFamily="34" charset="0"/>
              <a:buChar char="•"/>
            </a:pPr>
            <a:r>
              <a:rPr lang="en-US" sz="1800" b="0" dirty="0">
                <a:solidFill>
                  <a:srgbClr val="183A62"/>
                </a:solidFill>
                <a:latin typeface="Aptos" panose="020B0004020202020204" pitchFamily="34" charset="0"/>
              </a:rPr>
              <a:t>Forecasts</a:t>
            </a:r>
          </a:p>
        </p:txBody>
      </p:sp>
      <p:sp>
        <p:nvSpPr>
          <p:cNvPr id="6" name="Title 1">
            <a:extLst>
              <a:ext uri="{FF2B5EF4-FFF2-40B4-BE49-F238E27FC236}">
                <a16:creationId xmlns:a16="http://schemas.microsoft.com/office/drawing/2014/main" id="{F08EF7B8-F42C-0320-F890-10BC0F20D8C1}"/>
              </a:ext>
            </a:extLst>
          </p:cNvPr>
          <p:cNvSpPr txBox="1">
            <a:spLocks/>
          </p:cNvSpPr>
          <p:nvPr/>
        </p:nvSpPr>
        <p:spPr>
          <a:xfrm>
            <a:off x="612648" y="516421"/>
            <a:ext cx="5483352" cy="671698"/>
          </a:xfrm>
          <a:prstGeom prst="rect">
            <a:avLst/>
          </a:prstGeom>
        </p:spPr>
        <p:txBody>
          <a:bodyPr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b="1" dirty="0">
                <a:solidFill>
                  <a:srgbClr val="183A62"/>
                </a:solidFill>
                <a:latin typeface="Aptos Display" panose="020B0004020202020204" pitchFamily="34" charset="0"/>
              </a:rPr>
              <a:t>Content</a:t>
            </a:r>
            <a:endParaRPr lang="en-US" sz="2400" b="1" dirty="0">
              <a:solidFill>
                <a:srgbClr val="183A62"/>
              </a:solidFill>
              <a:latin typeface="Aptos Display" panose="020B0004020202020204" pitchFamily="34" charset="0"/>
            </a:endParaRPr>
          </a:p>
        </p:txBody>
      </p:sp>
    </p:spTree>
    <p:extLst>
      <p:ext uri="{BB962C8B-B14F-4D97-AF65-F5344CB8AC3E}">
        <p14:creationId xmlns:p14="http://schemas.microsoft.com/office/powerpoint/2010/main" val="345076999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3BC6C53-0564-5FAC-798F-30B8465C26E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58815" y="1843570"/>
            <a:ext cx="7488819" cy="4255477"/>
          </a:xfrm>
        </p:spPr>
        <p:txBody>
          <a:bodyPr>
            <a:normAutofit/>
          </a:bodyPr>
          <a:lstStyle/>
          <a:p>
            <a:pPr marL="0" indent="0" algn="just">
              <a:spcBef>
                <a:spcPts val="2500"/>
              </a:spcBef>
              <a:buNone/>
            </a:pPr>
            <a:r>
              <a:rPr lang="en-US" sz="1800" dirty="0">
                <a:solidFill>
                  <a:srgbClr val="183A62"/>
                </a:solidFill>
                <a:latin typeface="Aptos" panose="020B0004020202020204" pitchFamily="34" charset="0"/>
              </a:rPr>
              <a:t>This project focuses on analyzing UK National Rail journeys to uncover patterns in passenger behavior, ticket purchasing, travel performance, and operational efficiency. Using a cleaned dataset of train ride transactions, the analysis aims to identify key trends related to ticket types, pricing, travel timings, delays, and refund requests.</a:t>
            </a:r>
          </a:p>
          <a:p>
            <a:pPr marL="0" indent="0" algn="just">
              <a:spcBef>
                <a:spcPts val="2500"/>
              </a:spcBef>
              <a:buNone/>
            </a:pPr>
            <a:r>
              <a:rPr lang="en-US" sz="1800" dirty="0">
                <a:solidFill>
                  <a:srgbClr val="183A62"/>
                </a:solidFill>
                <a:latin typeface="Aptos" panose="020B0004020202020204" pitchFamily="34" charset="0"/>
              </a:rPr>
              <a:t>The insights generated help demonstrate practical data-analysis skills, including data preparation, dashboard design, and the extraction of meaningful conclusions from real-world transport data.</a:t>
            </a:r>
          </a:p>
        </p:txBody>
      </p:sp>
      <p:pic>
        <p:nvPicPr>
          <p:cNvPr id="5" name="Content Placeholder 4">
            <a:extLst>
              <a:ext uri="{FF2B5EF4-FFF2-40B4-BE49-F238E27FC236}">
                <a16:creationId xmlns:a16="http://schemas.microsoft.com/office/drawing/2014/main" id="{9F8E6F9B-7674-4130-B218-2C16041B686D}"/>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rcRect l="28099" r="28099"/>
          <a:stretch/>
        </p:blipFill>
        <p:spPr>
          <a:xfrm>
            <a:off x="8129288" y="758952"/>
            <a:ext cx="3300440" cy="5330952"/>
          </a:xfrm>
          <a:prstGeom prst="rect">
            <a:avLst/>
          </a:prstGeom>
          <a:noFill/>
        </p:spPr>
      </p:pic>
      <p:sp>
        <p:nvSpPr>
          <p:cNvPr id="3" name="Title 1">
            <a:extLst>
              <a:ext uri="{FF2B5EF4-FFF2-40B4-BE49-F238E27FC236}">
                <a16:creationId xmlns:a16="http://schemas.microsoft.com/office/drawing/2014/main" id="{C712A372-6ADD-9373-DD9D-5ADF206EA13E}"/>
              </a:ext>
            </a:extLst>
          </p:cNvPr>
          <p:cNvSpPr txBox="1">
            <a:spLocks/>
          </p:cNvSpPr>
          <p:nvPr/>
        </p:nvSpPr>
        <p:spPr>
          <a:xfrm>
            <a:off x="687324" y="885091"/>
            <a:ext cx="10817352" cy="495653"/>
          </a:xfrm>
          <a:prstGeom prst="rect">
            <a:avLst/>
          </a:prstGeom>
        </p:spPr>
        <p:txBody>
          <a:bodyPr anchor="b">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2800" dirty="0">
              <a:solidFill>
                <a:srgbClr val="183A62"/>
              </a:solidFill>
              <a:latin typeface="Aptos" panose="020B0004020202020204" pitchFamily="34" charset="0"/>
            </a:endParaRPr>
          </a:p>
        </p:txBody>
      </p:sp>
      <p:sp>
        <p:nvSpPr>
          <p:cNvPr id="8" name="Title 1">
            <a:extLst>
              <a:ext uri="{FF2B5EF4-FFF2-40B4-BE49-F238E27FC236}">
                <a16:creationId xmlns:a16="http://schemas.microsoft.com/office/drawing/2014/main" id="{6D75B8F3-5C23-6BF4-0BC1-A5096E914832}"/>
              </a:ext>
            </a:extLst>
          </p:cNvPr>
          <p:cNvSpPr txBox="1">
            <a:spLocks/>
          </p:cNvSpPr>
          <p:nvPr/>
        </p:nvSpPr>
        <p:spPr>
          <a:xfrm>
            <a:off x="404305" y="94102"/>
            <a:ext cx="10817352" cy="958480"/>
          </a:xfrm>
          <a:prstGeom prst="rect">
            <a:avLst/>
          </a:prstGeom>
        </p:spPr>
        <p:txBody>
          <a:bodyPr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b="1" dirty="0">
                <a:solidFill>
                  <a:srgbClr val="183A62"/>
                </a:solidFill>
                <a:latin typeface="Aptos" panose="020B0004020202020204" pitchFamily="34" charset="0"/>
              </a:rPr>
              <a:t>Project Overview</a:t>
            </a:r>
          </a:p>
        </p:txBody>
      </p:sp>
    </p:spTree>
    <p:extLst>
      <p:ext uri="{BB962C8B-B14F-4D97-AF65-F5344CB8AC3E}">
        <p14:creationId xmlns:p14="http://schemas.microsoft.com/office/powerpoint/2010/main" val="38270204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89D93C0-A534-8FDD-EAB8-3B96C075F2BF}"/>
              </a:ext>
            </a:extLst>
          </p:cNvPr>
          <p:cNvSpPr>
            <a:spLocks noGrp="1"/>
          </p:cNvSpPr>
          <p:nvPr>
            <p:ph sz="quarter" idx="19"/>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11812" y="1738767"/>
            <a:ext cx="6818142" cy="4254773"/>
          </a:xfrm>
        </p:spPr>
        <p:txBody>
          <a:bodyPr>
            <a:noAutofit/>
          </a:bodyPr>
          <a:lstStyle/>
          <a:p>
            <a:pPr fontAlgn="base"/>
            <a:r>
              <a:rPr lang="en-US" sz="1800" b="1" dirty="0">
                <a:solidFill>
                  <a:srgbClr val="183A62"/>
                </a:solidFill>
                <a:latin typeface="Aptos" panose="020B0004020202020204" pitchFamily="34" charset="0"/>
              </a:rPr>
              <a:t>Size</a:t>
            </a:r>
            <a:r>
              <a:rPr lang="en-US" sz="1800" dirty="0">
                <a:solidFill>
                  <a:srgbClr val="183A62"/>
                </a:solidFill>
                <a:latin typeface="Aptos" panose="020B0004020202020204" pitchFamily="34" charset="0"/>
              </a:rPr>
              <a:t>: The dataset contains </a:t>
            </a:r>
            <a:r>
              <a:rPr lang="en-US" sz="1800" b="1" dirty="0">
                <a:solidFill>
                  <a:srgbClr val="183A62"/>
                </a:solidFill>
                <a:latin typeface="Aptos" panose="020B0004020202020204" pitchFamily="34" charset="0"/>
              </a:rPr>
              <a:t>31,653 train ride records</a:t>
            </a:r>
            <a:r>
              <a:rPr lang="en-US" sz="1800" dirty="0">
                <a:solidFill>
                  <a:srgbClr val="183A62"/>
                </a:solidFill>
                <a:latin typeface="Aptos" panose="020B0004020202020204" pitchFamily="34" charset="0"/>
              </a:rPr>
              <a:t> with a wide range of journey, ticket, passenger, and performance attributes.</a:t>
            </a:r>
          </a:p>
          <a:p>
            <a:pPr fontAlgn="base"/>
            <a:r>
              <a:rPr lang="en-US" sz="1800" b="1" dirty="0">
                <a:solidFill>
                  <a:srgbClr val="183A62"/>
                </a:solidFill>
                <a:latin typeface="Aptos" panose="020B0004020202020204" pitchFamily="34" charset="0"/>
              </a:rPr>
              <a:t>Grain</a:t>
            </a:r>
            <a:r>
              <a:rPr lang="en-US" sz="1800" dirty="0">
                <a:solidFill>
                  <a:srgbClr val="183A62"/>
                </a:solidFill>
                <a:latin typeface="Aptos" panose="020B0004020202020204" pitchFamily="34" charset="0"/>
              </a:rPr>
              <a:t>: Each row represents </a:t>
            </a:r>
            <a:r>
              <a:rPr lang="en-US" sz="1800" b="1" dirty="0">
                <a:solidFill>
                  <a:srgbClr val="183A62"/>
                </a:solidFill>
                <a:latin typeface="Aptos" panose="020B0004020202020204" pitchFamily="34" charset="0"/>
              </a:rPr>
              <a:t>a complete train-ride transaction </a:t>
            </a:r>
            <a:r>
              <a:rPr lang="en-US" sz="1800" dirty="0">
                <a:solidFill>
                  <a:srgbClr val="183A62"/>
                </a:solidFill>
                <a:latin typeface="Aptos" panose="020B0004020202020204" pitchFamily="34" charset="0"/>
              </a:rPr>
              <a:t>for a single passenger</a:t>
            </a:r>
            <a:r>
              <a:rPr lang="en-US" sz="1800" b="1" dirty="0">
                <a:solidFill>
                  <a:srgbClr val="183A62"/>
                </a:solidFill>
                <a:latin typeface="Aptos" panose="020B0004020202020204" pitchFamily="34" charset="0"/>
              </a:rPr>
              <a:t>, including ticket purchase details and the journey's actual outcome</a:t>
            </a:r>
            <a:r>
              <a:rPr lang="en-US" sz="1800" dirty="0">
                <a:solidFill>
                  <a:srgbClr val="183A62"/>
                </a:solidFill>
                <a:latin typeface="Aptos" panose="020B0004020202020204" pitchFamily="34" charset="0"/>
              </a:rPr>
              <a:t>.</a:t>
            </a:r>
          </a:p>
          <a:p>
            <a:r>
              <a:rPr lang="en-US" sz="1800" b="1" dirty="0">
                <a:solidFill>
                  <a:srgbClr val="183A62"/>
                </a:solidFill>
                <a:latin typeface="Aptos" panose="020B0004020202020204" pitchFamily="34" charset="0"/>
              </a:rPr>
              <a:t>Purpose</a:t>
            </a:r>
            <a:r>
              <a:rPr lang="en-US" sz="1800" dirty="0">
                <a:solidFill>
                  <a:srgbClr val="183A62"/>
                </a:solidFill>
                <a:latin typeface="Aptos" panose="020B0004020202020204" pitchFamily="34" charset="0"/>
              </a:rPr>
              <a:t>: The dataset is designed to support </a:t>
            </a:r>
            <a:r>
              <a:rPr lang="en-US" sz="1800" b="1" dirty="0">
                <a:solidFill>
                  <a:srgbClr val="183A62"/>
                </a:solidFill>
                <a:latin typeface="Aptos" panose="020B0004020202020204" pitchFamily="34" charset="0"/>
              </a:rPr>
              <a:t>operational analysis</a:t>
            </a:r>
            <a:r>
              <a:rPr lang="en-US" sz="1800" dirty="0">
                <a:solidFill>
                  <a:srgbClr val="183A62"/>
                </a:solidFill>
                <a:latin typeface="Aptos" panose="020B0004020202020204" pitchFamily="34" charset="0"/>
              </a:rPr>
              <a:t>, including ticketing behavior, travel performance, delay patterns, and customer refund activity. It provides the foundation for building dashboards that reveal key insights about passenger habits and railway efficiency.</a:t>
            </a:r>
          </a:p>
        </p:txBody>
      </p:sp>
      <p:pic>
        <p:nvPicPr>
          <p:cNvPr id="7" name="Content Placeholder 4" descr="A computer futuristic digital program hud interface with a personal control system over a network, in which the computer uses the interface to interact with the user.">
            <a:extLst>
              <a:ext uri="{FF2B5EF4-FFF2-40B4-BE49-F238E27FC236}">
                <a16:creationId xmlns:a16="http://schemas.microsoft.com/office/drawing/2014/main" id="{28D95D8E-D3C6-AFDD-B37A-21270D4BAF2D}"/>
              </a:ext>
            </a:extLst>
          </p:cNvPr>
          <p:cNvPicPr>
            <a:picLocks noChangeAspect="1"/>
          </p:cNvPicPr>
          <p:nvPr/>
        </p:nvPicPr>
        <p:blipFill>
          <a:blip r:embed="rId3"/>
          <a:srcRect l="20499" r="26752" b="2"/>
          <a:stretch>
            <a:fillRect/>
          </a:stretch>
        </p:blipFill>
        <p:spPr>
          <a:xfrm>
            <a:off x="640785" y="1738768"/>
            <a:ext cx="4254772" cy="4254772"/>
          </a:xfrm>
          <a:prstGeom prst="rect">
            <a:avLst/>
          </a:prstGeom>
          <a:noFill/>
        </p:spPr>
      </p:pic>
      <p:sp>
        <p:nvSpPr>
          <p:cNvPr id="6" name="Title 1">
            <a:extLst>
              <a:ext uri="{FF2B5EF4-FFF2-40B4-BE49-F238E27FC236}">
                <a16:creationId xmlns:a16="http://schemas.microsoft.com/office/drawing/2014/main" id="{C5AA648A-D111-D672-D226-53160A852691}"/>
              </a:ext>
            </a:extLst>
          </p:cNvPr>
          <p:cNvSpPr txBox="1">
            <a:spLocks/>
          </p:cNvSpPr>
          <p:nvPr/>
        </p:nvSpPr>
        <p:spPr>
          <a:xfrm>
            <a:off x="404305" y="94102"/>
            <a:ext cx="10817352" cy="958480"/>
          </a:xfrm>
          <a:prstGeom prst="rect">
            <a:avLst/>
          </a:prstGeom>
        </p:spPr>
        <p:txBody>
          <a:bodyPr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b="1" dirty="0">
                <a:solidFill>
                  <a:srgbClr val="183A62"/>
                </a:solidFill>
                <a:latin typeface="Aptos" panose="020B0004020202020204" pitchFamily="34" charset="0"/>
              </a:rPr>
              <a:t>Dataset Description</a:t>
            </a:r>
          </a:p>
        </p:txBody>
      </p:sp>
    </p:spTree>
    <p:extLst>
      <p:ext uri="{BB962C8B-B14F-4D97-AF65-F5344CB8AC3E}">
        <p14:creationId xmlns:p14="http://schemas.microsoft.com/office/powerpoint/2010/main" val="8819833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6369A50-FB1F-6782-4AF4-3A1200A73730}"/>
            </a:ext>
          </a:extLst>
        </p:cNvPr>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34F9CAF6-8B78-7232-1291-FDC968DDA037}"/>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50" y="1453184"/>
            <a:ext cx="10655572" cy="522540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000" dirty="0">
                <a:solidFill>
                  <a:srgbClr val="183A62"/>
                </a:solidFill>
                <a:latin typeface="Aptos" panose="020B0004020202020204" pitchFamily="34" charset="0"/>
              </a:rPr>
              <a:t>Key Components of the Dataset</a:t>
            </a:r>
          </a:p>
          <a:p>
            <a:pPr marL="0" indent="0">
              <a:buFont typeface="Arial" pitchFamily="34" charset="0"/>
              <a:buNone/>
            </a:pPr>
            <a:endParaRPr lang="en-US" sz="2000" dirty="0">
              <a:solidFill>
                <a:srgbClr val="183A62"/>
              </a:solidFill>
              <a:latin typeface="Aptos" panose="020B0004020202020204" pitchFamily="34" charset="0"/>
            </a:endParaRPr>
          </a:p>
          <a:p>
            <a:pPr fontAlgn="base"/>
            <a:r>
              <a:rPr lang="en-US" sz="1600" b="1" dirty="0">
                <a:solidFill>
                  <a:srgbClr val="183A62"/>
                </a:solidFill>
                <a:latin typeface="Aptos" panose="020B0004020202020204" pitchFamily="34" charset="0"/>
              </a:rPr>
              <a:t>Transaction &amp; Purchase Details:</a:t>
            </a:r>
            <a:br>
              <a:rPr lang="en-US" sz="1600" b="1" dirty="0">
                <a:solidFill>
                  <a:srgbClr val="183A62"/>
                </a:solidFill>
                <a:latin typeface="Aptos" panose="020B0004020202020204" pitchFamily="34" charset="0"/>
              </a:rPr>
            </a:br>
            <a:r>
              <a:rPr lang="en-US" sz="1600" dirty="0">
                <a:solidFill>
                  <a:srgbClr val="183A62"/>
                </a:solidFill>
                <a:latin typeface="Aptos" panose="020B0004020202020204" pitchFamily="34" charset="0"/>
              </a:rPr>
              <a:t>Transaction ID, Date of Purchase, Time of Purchase, Purchase Type (Online or Station), Payment Method.</a:t>
            </a:r>
          </a:p>
          <a:p>
            <a:pPr fontAlgn="base"/>
            <a:endParaRPr lang="en-US" sz="1600" dirty="0">
              <a:solidFill>
                <a:srgbClr val="183A62"/>
              </a:solidFill>
              <a:latin typeface="Aptos" panose="020B0004020202020204" pitchFamily="34" charset="0"/>
            </a:endParaRPr>
          </a:p>
          <a:p>
            <a:pPr fontAlgn="base"/>
            <a:r>
              <a:rPr lang="en-US" sz="1600" b="1" dirty="0">
                <a:solidFill>
                  <a:srgbClr val="183A62"/>
                </a:solidFill>
                <a:latin typeface="Aptos" panose="020B0004020202020204" pitchFamily="34" charset="0"/>
              </a:rPr>
              <a:t>Passenger &amp; Ticket Information:</a:t>
            </a:r>
            <a:br>
              <a:rPr lang="en-US" sz="1600" b="1" dirty="0">
                <a:solidFill>
                  <a:srgbClr val="183A62"/>
                </a:solidFill>
                <a:latin typeface="Aptos" panose="020B0004020202020204" pitchFamily="34" charset="0"/>
              </a:rPr>
            </a:br>
            <a:r>
              <a:rPr lang="en-US" sz="1600" b="1" dirty="0">
                <a:solidFill>
                  <a:srgbClr val="183A62"/>
                </a:solidFill>
                <a:latin typeface="Aptos" panose="020B0004020202020204" pitchFamily="34" charset="0"/>
              </a:rPr>
              <a:t>Columns: </a:t>
            </a:r>
            <a:r>
              <a:rPr lang="en-US" sz="1600" dirty="0" err="1">
                <a:solidFill>
                  <a:srgbClr val="183A62"/>
                </a:solidFill>
                <a:latin typeface="Aptos" panose="020B0004020202020204" pitchFamily="34" charset="0"/>
              </a:rPr>
              <a:t>Railcard</a:t>
            </a:r>
            <a:r>
              <a:rPr lang="en-US" sz="1600" dirty="0">
                <a:solidFill>
                  <a:srgbClr val="183A62"/>
                </a:solidFill>
                <a:latin typeface="Aptos" panose="020B0004020202020204" pitchFamily="34" charset="0"/>
              </a:rPr>
              <a:t> type, Ticket Class, Ticket Type, Ticket Price.</a:t>
            </a:r>
          </a:p>
          <a:p>
            <a:pPr fontAlgn="base"/>
            <a:endParaRPr lang="en-US" sz="1600" dirty="0">
              <a:solidFill>
                <a:srgbClr val="183A62"/>
              </a:solidFill>
              <a:latin typeface="Aptos" panose="020B0004020202020204" pitchFamily="34" charset="0"/>
            </a:endParaRPr>
          </a:p>
          <a:p>
            <a:pPr fontAlgn="base"/>
            <a:r>
              <a:rPr lang="en-US" sz="1600" b="1" dirty="0">
                <a:solidFill>
                  <a:srgbClr val="183A62"/>
                </a:solidFill>
                <a:latin typeface="Aptos" panose="020B0004020202020204" pitchFamily="34" charset="0"/>
              </a:rPr>
              <a:t>Journey Information:</a:t>
            </a:r>
            <a:br>
              <a:rPr lang="en-US" sz="1600" b="1" dirty="0">
                <a:solidFill>
                  <a:srgbClr val="183A62"/>
                </a:solidFill>
                <a:latin typeface="Aptos" panose="020B0004020202020204" pitchFamily="34" charset="0"/>
              </a:rPr>
            </a:br>
            <a:r>
              <a:rPr lang="en-US" sz="1600" b="1" dirty="0">
                <a:solidFill>
                  <a:srgbClr val="183A62"/>
                </a:solidFill>
                <a:latin typeface="Aptos" panose="020B0004020202020204" pitchFamily="34" charset="0"/>
              </a:rPr>
              <a:t>Columns: </a:t>
            </a:r>
            <a:r>
              <a:rPr lang="en-US" sz="1600" dirty="0">
                <a:solidFill>
                  <a:srgbClr val="183A62"/>
                </a:solidFill>
                <a:latin typeface="Aptos" panose="020B0004020202020204" pitchFamily="34" charset="0"/>
              </a:rPr>
              <a:t>Departure Station, Arrival Destination, Date of Journey, Scheduled Departure Time, Scheduled Arrival Time.</a:t>
            </a:r>
          </a:p>
          <a:p>
            <a:pPr fontAlgn="base"/>
            <a:endParaRPr lang="en-US" sz="1600" dirty="0">
              <a:solidFill>
                <a:srgbClr val="183A62"/>
              </a:solidFill>
              <a:latin typeface="Aptos" panose="020B0004020202020204" pitchFamily="34" charset="0"/>
            </a:endParaRPr>
          </a:p>
          <a:p>
            <a:pPr fontAlgn="base"/>
            <a:r>
              <a:rPr lang="en-US" sz="1600" b="1" dirty="0">
                <a:solidFill>
                  <a:srgbClr val="183A62"/>
                </a:solidFill>
                <a:latin typeface="Aptos" panose="020B0004020202020204" pitchFamily="34" charset="0"/>
              </a:rPr>
              <a:t>Performance &amp; Delay Metrics:</a:t>
            </a:r>
            <a:br>
              <a:rPr lang="en-US" sz="1600" b="1" dirty="0">
                <a:solidFill>
                  <a:srgbClr val="183A62"/>
                </a:solidFill>
                <a:latin typeface="Aptos" panose="020B0004020202020204" pitchFamily="34" charset="0"/>
              </a:rPr>
            </a:br>
            <a:r>
              <a:rPr lang="en-US" sz="1600" b="1" dirty="0">
                <a:solidFill>
                  <a:srgbClr val="183A62"/>
                </a:solidFill>
                <a:latin typeface="Aptos" panose="020B0004020202020204" pitchFamily="34" charset="0"/>
              </a:rPr>
              <a:t>Columns: </a:t>
            </a:r>
            <a:r>
              <a:rPr lang="en-US" sz="1600" dirty="0">
                <a:solidFill>
                  <a:srgbClr val="183A62"/>
                </a:solidFill>
                <a:latin typeface="Aptos" panose="020B0004020202020204" pitchFamily="34" charset="0"/>
              </a:rPr>
              <a:t>Actual Arrival Time, Journey Status (On Time, Delayed, Cancelled), Reason for Delay.</a:t>
            </a:r>
          </a:p>
          <a:p>
            <a:pPr fontAlgn="base"/>
            <a:endParaRPr lang="en-US" sz="1600" dirty="0">
              <a:solidFill>
                <a:srgbClr val="183A62"/>
              </a:solidFill>
              <a:latin typeface="Aptos" panose="020B0004020202020204" pitchFamily="34" charset="0"/>
            </a:endParaRPr>
          </a:p>
          <a:p>
            <a:pPr fontAlgn="base"/>
            <a:r>
              <a:rPr lang="en-US" sz="1600" b="1" dirty="0">
                <a:solidFill>
                  <a:srgbClr val="183A62"/>
                </a:solidFill>
                <a:latin typeface="Aptos" panose="020B0004020202020204" pitchFamily="34" charset="0"/>
              </a:rPr>
              <a:t>Customer Response:</a:t>
            </a:r>
            <a:br>
              <a:rPr lang="en-US" sz="1600" b="1" dirty="0">
                <a:solidFill>
                  <a:srgbClr val="183A62"/>
                </a:solidFill>
                <a:latin typeface="Aptos" panose="020B0004020202020204" pitchFamily="34" charset="0"/>
              </a:rPr>
            </a:br>
            <a:r>
              <a:rPr lang="en-US" sz="1600" b="1" dirty="0">
                <a:solidFill>
                  <a:srgbClr val="183A62"/>
                </a:solidFill>
                <a:latin typeface="Aptos" panose="020B0004020202020204" pitchFamily="34" charset="0"/>
              </a:rPr>
              <a:t>Columns: </a:t>
            </a:r>
            <a:r>
              <a:rPr lang="en-US" sz="1600" dirty="0">
                <a:solidFill>
                  <a:srgbClr val="183A62"/>
                </a:solidFill>
                <a:latin typeface="Aptos" panose="020B0004020202020204" pitchFamily="34" charset="0"/>
              </a:rPr>
              <a:t>Whether a Refund Request was submitted.</a:t>
            </a:r>
          </a:p>
          <a:p>
            <a:pPr fontAlgn="base"/>
            <a:endParaRPr lang="en-US" sz="1600" dirty="0">
              <a:solidFill>
                <a:schemeClr val="bg1"/>
              </a:solidFill>
            </a:endParaRPr>
          </a:p>
        </p:txBody>
      </p:sp>
      <p:sp>
        <p:nvSpPr>
          <p:cNvPr id="8" name="Title 1">
            <a:extLst>
              <a:ext uri="{FF2B5EF4-FFF2-40B4-BE49-F238E27FC236}">
                <a16:creationId xmlns:a16="http://schemas.microsoft.com/office/drawing/2014/main" id="{53121FF2-FD6F-3A89-D8B1-D94FEC23AB6C}"/>
              </a:ext>
            </a:extLst>
          </p:cNvPr>
          <p:cNvSpPr txBox="1">
            <a:spLocks/>
          </p:cNvSpPr>
          <p:nvPr/>
        </p:nvSpPr>
        <p:spPr>
          <a:xfrm>
            <a:off x="404305" y="94102"/>
            <a:ext cx="10817352" cy="958480"/>
          </a:xfrm>
          <a:prstGeom prst="rect">
            <a:avLst/>
          </a:prstGeom>
        </p:spPr>
        <p:txBody>
          <a:bodyPr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b="1" dirty="0">
                <a:solidFill>
                  <a:srgbClr val="183A62"/>
                </a:solidFill>
                <a:latin typeface="Aptos" panose="020B0004020202020204" pitchFamily="34" charset="0"/>
              </a:rPr>
              <a:t>Dataset Description</a:t>
            </a:r>
          </a:p>
        </p:txBody>
      </p:sp>
    </p:spTree>
    <p:extLst>
      <p:ext uri="{BB962C8B-B14F-4D97-AF65-F5344CB8AC3E}">
        <p14:creationId xmlns:p14="http://schemas.microsoft.com/office/powerpoint/2010/main" val="2303522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anim calcmode="lin" valueType="num">
                                      <p:cBhvr>
                                        <p:cTn id="8" dur="250" fill="hold"/>
                                        <p:tgtEl>
                                          <p:spTgt spid="11"/>
                                        </p:tgtEl>
                                        <p:attrNameLst>
                                          <p:attrName>ppt_x</p:attrName>
                                        </p:attrNameLst>
                                      </p:cBhvr>
                                      <p:tavLst>
                                        <p:tav tm="0">
                                          <p:val>
                                            <p:strVal val="#ppt_x"/>
                                          </p:val>
                                        </p:tav>
                                        <p:tav tm="100000">
                                          <p:val>
                                            <p:strVal val="#ppt_x"/>
                                          </p:val>
                                        </p:tav>
                                      </p:tavLst>
                                    </p:anim>
                                    <p:anim calcmode="lin" valueType="num">
                                      <p:cBhvr>
                                        <p:cTn id="9" dur="25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5F8AB7E-39B1-DC20-A876-179E638850CB}"/>
            </a:ext>
          </a:extLst>
        </p:cNvPr>
        <p:cNvGrpSpPr/>
        <p:nvPr/>
      </p:nvGrpSpPr>
      <p:grpSpPr>
        <a:xfrm>
          <a:off x="0" y="0"/>
          <a:ext cx="0" cy="0"/>
          <a:chOff x="0" y="0"/>
          <a:chExt cx="0" cy="0"/>
        </a:xfrm>
      </p:grpSpPr>
      <p:sp>
        <p:nvSpPr>
          <p:cNvPr id="7" name="Content Placeholder 3">
            <a:extLst>
              <a:ext uri="{FF2B5EF4-FFF2-40B4-BE49-F238E27FC236}">
                <a16:creationId xmlns:a16="http://schemas.microsoft.com/office/drawing/2014/main" id="{FA847AB1-58AD-AC85-414F-80F4EFC6FA80}"/>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26370" y="1628808"/>
            <a:ext cx="5566697" cy="3627814"/>
          </a:xfrm>
          <a:prstGeom prst="rect">
            <a:avLst/>
          </a:prstGeom>
        </p:spPr>
        <p:txBody>
          <a:bodyPr vert="horz" lIns="91440" tIns="45720" rIns="91440" bIns="45720" rtlCol="0">
            <a:noAutofit/>
          </a:bodyPr>
          <a:lstStyle>
            <a:lvl1pPr marL="228600" indent="-228600" algn="l" defTabSz="914400" rtl="0" eaLnBrk="1" latinLnBrk="0" hangingPunct="1">
              <a:lnSpc>
                <a:spcPct val="130000"/>
              </a:lnSpc>
              <a:spcBef>
                <a:spcPts val="1000"/>
              </a:spcBef>
              <a:buFont typeface="Arial" panose="020B0604020202020204" pitchFamily="34" charset="0"/>
              <a:buChar char="•"/>
              <a:defRPr lang="en-US" sz="1400" kern="1200" smtClean="0">
                <a:solidFill>
                  <a:schemeClr val="tx1"/>
                </a:solidFill>
                <a:latin typeface="+mn-lt"/>
                <a:ea typeface="+mn-ea"/>
                <a:cs typeface="+mn-cs"/>
              </a:defRPr>
            </a:lvl1pPr>
            <a:lvl2pPr marL="4572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lang="en-US"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rgbClr val="183A62"/>
                </a:solidFill>
                <a:latin typeface="Aptos" panose="020B0004020202020204" pitchFamily="34" charset="0"/>
              </a:rPr>
              <a:t>Data Limitations</a:t>
            </a:r>
          </a:p>
          <a:p>
            <a:pPr fontAlgn="base"/>
            <a:r>
              <a:rPr lang="en-US" sz="1600" dirty="0">
                <a:solidFill>
                  <a:srgbClr val="183A62"/>
                </a:solidFill>
                <a:latin typeface="Aptos" panose="020B0004020202020204" pitchFamily="34" charset="0"/>
              </a:rPr>
              <a:t>The dataset covers only </a:t>
            </a:r>
            <a:r>
              <a:rPr lang="en-US" sz="1600" b="1" dirty="0">
                <a:solidFill>
                  <a:srgbClr val="183A62"/>
                </a:solidFill>
                <a:latin typeface="Aptos" panose="020B0004020202020204" pitchFamily="34" charset="0"/>
              </a:rPr>
              <a:t>four months</a:t>
            </a:r>
            <a:r>
              <a:rPr lang="en-US" sz="1600" dirty="0">
                <a:solidFill>
                  <a:srgbClr val="183A62"/>
                </a:solidFill>
                <a:latin typeface="Aptos" panose="020B0004020202020204" pitchFamily="34" charset="0"/>
              </a:rPr>
              <a:t> of the year, limiting the ability to analyze full-year seasonality.</a:t>
            </a:r>
          </a:p>
          <a:p>
            <a:pPr fontAlgn="base"/>
            <a:r>
              <a:rPr lang="en-US" sz="1600" dirty="0">
                <a:solidFill>
                  <a:srgbClr val="183A62"/>
                </a:solidFill>
                <a:latin typeface="Aptos" panose="020B0004020202020204" pitchFamily="34" charset="0"/>
              </a:rPr>
              <a:t>The dataset lacks a user demographics</a:t>
            </a:r>
            <a:r>
              <a:rPr lang="en-US" sz="1600" b="1" dirty="0">
                <a:solidFill>
                  <a:srgbClr val="183A62"/>
                </a:solidFill>
                <a:latin typeface="Aptos" panose="020B0004020202020204" pitchFamily="34" charset="0"/>
              </a:rPr>
              <a:t> or customer dimension table</a:t>
            </a:r>
            <a:r>
              <a:rPr lang="en-US" sz="1600" dirty="0">
                <a:solidFill>
                  <a:srgbClr val="183A62"/>
                </a:solidFill>
                <a:latin typeface="Aptos" panose="020B0004020202020204" pitchFamily="34" charset="0"/>
              </a:rPr>
              <a:t>, making it challenging to analyze segmentation by user characteristics.</a:t>
            </a:r>
          </a:p>
          <a:p>
            <a:r>
              <a:rPr lang="en-US" sz="1600" dirty="0">
                <a:solidFill>
                  <a:srgbClr val="183A62"/>
                </a:solidFill>
                <a:latin typeface="Aptos" panose="020B0004020202020204" pitchFamily="34" charset="0"/>
              </a:rPr>
              <a:t>Journey records do not include </a:t>
            </a:r>
            <a:r>
              <a:rPr lang="en-US" sz="1600" b="1" dirty="0">
                <a:solidFill>
                  <a:srgbClr val="183A62"/>
                </a:solidFill>
                <a:latin typeface="Aptos" panose="020B0004020202020204" pitchFamily="34" charset="0"/>
              </a:rPr>
              <a:t>distance or route-length information</a:t>
            </a:r>
            <a:r>
              <a:rPr lang="en-US" sz="1600" dirty="0">
                <a:solidFill>
                  <a:srgbClr val="183A62"/>
                </a:solidFill>
                <a:latin typeface="Aptos" panose="020B0004020202020204" pitchFamily="34" charset="0"/>
              </a:rPr>
              <a:t>, preventing analysis linking </a:t>
            </a:r>
            <a:r>
              <a:rPr lang="en-US" sz="1600" b="1" dirty="0">
                <a:solidFill>
                  <a:srgbClr val="183A62"/>
                </a:solidFill>
                <a:latin typeface="Aptos" panose="020B0004020202020204" pitchFamily="34" charset="0"/>
              </a:rPr>
              <a:t>delay duration to journey distance</a:t>
            </a:r>
            <a:r>
              <a:rPr lang="en-US" sz="1600" dirty="0">
                <a:solidFill>
                  <a:srgbClr val="183A62"/>
                </a:solidFill>
                <a:latin typeface="Aptos" panose="020B0004020202020204" pitchFamily="34" charset="0"/>
              </a:rPr>
              <a:t>, or route complexity.</a:t>
            </a:r>
          </a:p>
        </p:txBody>
      </p:sp>
      <p:sp>
        <p:nvSpPr>
          <p:cNvPr id="6" name="Content Placeholder 3">
            <a:extLst>
              <a:ext uri="{FF2B5EF4-FFF2-40B4-BE49-F238E27FC236}">
                <a16:creationId xmlns:a16="http://schemas.microsoft.com/office/drawing/2014/main" id="{884D3530-2D24-5B28-22D7-B906C93F4D01}"/>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55204" y="1601378"/>
            <a:ext cx="5314894" cy="3627814"/>
          </a:xfrm>
          <a:prstGeom prst="rect">
            <a:avLst/>
          </a:prstGeom>
        </p:spPr>
        <p:txBody>
          <a:bodyPr vert="horz" lIns="91440" tIns="45720" rIns="91440" bIns="45720" rtlCol="0">
            <a:noAutofit/>
          </a:bodyPr>
          <a:lstStyle>
            <a:lvl1pPr marL="228600" indent="-228600" algn="l" defTabSz="914400" rtl="0" eaLnBrk="1" latinLnBrk="0" hangingPunct="1">
              <a:lnSpc>
                <a:spcPct val="130000"/>
              </a:lnSpc>
              <a:spcBef>
                <a:spcPts val="1000"/>
              </a:spcBef>
              <a:buFont typeface="Arial" panose="020B0604020202020204" pitchFamily="34" charset="0"/>
              <a:buChar char="•"/>
              <a:defRPr lang="en-US" sz="1400" kern="1200" smtClean="0">
                <a:solidFill>
                  <a:schemeClr val="tx1"/>
                </a:solidFill>
                <a:latin typeface="+mn-lt"/>
                <a:ea typeface="+mn-ea"/>
                <a:cs typeface="+mn-cs"/>
              </a:defRPr>
            </a:lvl1pPr>
            <a:lvl2pPr marL="4572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lang="en-US"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rgbClr val="183A62"/>
                </a:solidFill>
                <a:latin typeface="Aptos" panose="020B0004020202020204" pitchFamily="34" charset="0"/>
              </a:rPr>
              <a:t>Dataset Highlights</a:t>
            </a:r>
          </a:p>
          <a:p>
            <a:pPr fontAlgn="base"/>
            <a:r>
              <a:rPr lang="en-US" sz="1600" dirty="0">
                <a:solidFill>
                  <a:srgbClr val="183A62"/>
                </a:solidFill>
                <a:latin typeface="Aptos" panose="020B0004020202020204" pitchFamily="34" charset="0"/>
              </a:rPr>
              <a:t>Covers a broad range of ticket types and purchase behaviors.</a:t>
            </a:r>
          </a:p>
          <a:p>
            <a:pPr fontAlgn="base"/>
            <a:r>
              <a:rPr lang="en-US" sz="1600" dirty="0">
                <a:solidFill>
                  <a:srgbClr val="183A62"/>
                </a:solidFill>
                <a:latin typeface="Aptos" panose="020B0004020202020204" pitchFamily="34" charset="0"/>
              </a:rPr>
              <a:t>Includes both scheduled and actual arrival times, enabling delay analysis.</a:t>
            </a:r>
          </a:p>
          <a:p>
            <a:pPr fontAlgn="base"/>
            <a:r>
              <a:rPr lang="en-US" sz="1600" dirty="0">
                <a:solidFill>
                  <a:srgbClr val="183A62"/>
                </a:solidFill>
                <a:latin typeface="Aptos" panose="020B0004020202020204" pitchFamily="34" charset="0"/>
              </a:rPr>
              <a:t>Provides rich categorical data suitable for segmentation and performance insights.</a:t>
            </a:r>
          </a:p>
        </p:txBody>
      </p:sp>
      <p:sp>
        <p:nvSpPr>
          <p:cNvPr id="5" name="Title 1">
            <a:extLst>
              <a:ext uri="{FF2B5EF4-FFF2-40B4-BE49-F238E27FC236}">
                <a16:creationId xmlns:a16="http://schemas.microsoft.com/office/drawing/2014/main" id="{DC9E3F36-CFF3-C9C2-AEE2-ADDA419945EA}"/>
              </a:ext>
            </a:extLst>
          </p:cNvPr>
          <p:cNvSpPr txBox="1">
            <a:spLocks/>
          </p:cNvSpPr>
          <p:nvPr/>
        </p:nvSpPr>
        <p:spPr>
          <a:xfrm>
            <a:off x="404305" y="94102"/>
            <a:ext cx="10817352" cy="958480"/>
          </a:xfrm>
          <a:prstGeom prst="rect">
            <a:avLst/>
          </a:prstGeom>
        </p:spPr>
        <p:txBody>
          <a:bodyPr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b="1" dirty="0">
                <a:solidFill>
                  <a:srgbClr val="183A62"/>
                </a:solidFill>
                <a:latin typeface="Aptos" panose="020B0004020202020204" pitchFamily="34" charset="0"/>
              </a:rPr>
              <a:t>Dataset Description</a:t>
            </a:r>
          </a:p>
        </p:txBody>
      </p:sp>
    </p:spTree>
    <p:extLst>
      <p:ext uri="{BB962C8B-B14F-4D97-AF65-F5344CB8AC3E}">
        <p14:creationId xmlns:p14="http://schemas.microsoft.com/office/powerpoint/2010/main" val="4537592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iterate>
                                    <p:tmPct val="10000"/>
                                  </p:iterate>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anim calcmode="lin" valueType="num">
                                      <p:cBhvr>
                                        <p:cTn id="13" dur="250" fill="hold"/>
                                        <p:tgtEl>
                                          <p:spTgt spid="6"/>
                                        </p:tgtEl>
                                        <p:attrNameLst>
                                          <p:attrName>ppt_x</p:attrName>
                                        </p:attrNameLst>
                                      </p:cBhvr>
                                      <p:tavLst>
                                        <p:tav tm="0">
                                          <p:val>
                                            <p:strVal val="#ppt_x"/>
                                          </p:val>
                                        </p:tav>
                                        <p:tav tm="100000">
                                          <p:val>
                                            <p:strVal val="#ppt_x"/>
                                          </p:val>
                                        </p:tav>
                                      </p:tavLst>
                                    </p:anim>
                                    <p:anim calcmode="lin" valueType="num">
                                      <p:cBhvr>
                                        <p:cTn id="14" dur="25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3AF2B33-D087-E4A0-EAAF-7E2EDF2CFE92}"/>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DDEB4B5-17CD-8E6C-82B1-ACC681FC918A}"/>
              </a:ext>
            </a:extLst>
          </p:cNvPr>
          <p:cNvPicPr>
            <a:picLocks noChangeAspect="1"/>
          </p:cNvPicPr>
          <p:nvPr/>
        </p:nvPicPr>
        <p:blipFill>
          <a:blip r:embed="rId3">
            <a:extLst>
              <a:ext uri="{28A0092B-C50C-407E-A947-70E740481C1C}">
                <a14:useLocalDpi xmlns:a14="http://schemas.microsoft.com/office/drawing/2010/main" val="0"/>
              </a:ext>
            </a:extLst>
          </a:blip>
          <a:srcRect l="19080" r="19080"/>
          <a:stretch/>
        </p:blipFill>
        <p:spPr>
          <a:xfrm>
            <a:off x="6203852" y="-1"/>
            <a:ext cx="5994482" cy="6858001"/>
          </a:xfrm>
          <a:prstGeom prst="rect">
            <a:avLst/>
          </a:prstGeom>
        </p:spPr>
      </p:pic>
      <p:sp>
        <p:nvSpPr>
          <p:cNvPr id="6" name="Content Placeholder 3">
            <a:extLst>
              <a:ext uri="{FF2B5EF4-FFF2-40B4-BE49-F238E27FC236}">
                <a16:creationId xmlns:a16="http://schemas.microsoft.com/office/drawing/2014/main" id="{AEC9E320-D45A-3B44-ED7A-1DB88E42A3D8}"/>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8974" y="1284371"/>
            <a:ext cx="5369176" cy="4989819"/>
          </a:xfrm>
          <a:prstGeom prst="rect">
            <a:avLst/>
          </a:prstGeom>
        </p:spPr>
        <p:txBody>
          <a:bodyPr>
            <a:noAutofit/>
          </a:bodyPr>
          <a:lstStyle>
            <a:lvl1pPr marL="228600" indent="-228600" algn="l" defTabSz="914400" rtl="0" eaLnBrk="1" latinLnBrk="0" hangingPunct="1">
              <a:lnSpc>
                <a:spcPct val="130000"/>
              </a:lnSpc>
              <a:spcBef>
                <a:spcPts val="1000"/>
              </a:spcBef>
              <a:buFont typeface="Arial" panose="020B0604020202020204" pitchFamily="34" charset="0"/>
              <a:buChar char="•"/>
              <a:defRPr lang="en-US" sz="1400" kern="1200" smtClean="0">
                <a:solidFill>
                  <a:schemeClr val="tx1"/>
                </a:solidFill>
                <a:latin typeface="+mn-lt"/>
                <a:ea typeface="+mn-ea"/>
                <a:cs typeface="+mn-cs"/>
              </a:defRPr>
            </a:lvl1pPr>
            <a:lvl2pPr marL="4572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lang="en-US"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dirty="0">
                <a:solidFill>
                  <a:srgbClr val="183A62"/>
                </a:solidFill>
                <a:latin typeface="Aptos" panose="020B0004020202020204" pitchFamily="34" charset="0"/>
              </a:rPr>
              <a:t>I. Operational Performance &amp; Reliability</a:t>
            </a:r>
          </a:p>
          <a:p>
            <a:pPr fontAlgn="base"/>
            <a:r>
              <a:rPr lang="en-US" sz="1600" dirty="0">
                <a:solidFill>
                  <a:srgbClr val="183A62"/>
                </a:solidFill>
                <a:latin typeface="Aptos" panose="020B0004020202020204" pitchFamily="34" charset="0"/>
              </a:rPr>
              <a:t>Punctuality vs. Benchmark</a:t>
            </a:r>
          </a:p>
          <a:p>
            <a:pPr fontAlgn="base"/>
            <a:r>
              <a:rPr lang="en-US" sz="1600" dirty="0">
                <a:solidFill>
                  <a:srgbClr val="183A62"/>
                </a:solidFill>
                <a:latin typeface="Aptos" panose="020B0004020202020204" pitchFamily="34" charset="0"/>
              </a:rPr>
              <a:t>Root Cause Identification</a:t>
            </a:r>
          </a:p>
          <a:p>
            <a:pPr fontAlgn="base"/>
            <a:r>
              <a:rPr lang="en-US" sz="1600" dirty="0">
                <a:solidFill>
                  <a:srgbClr val="183A62"/>
                </a:solidFill>
                <a:latin typeface="Aptos" panose="020B0004020202020204" pitchFamily="34" charset="0"/>
              </a:rPr>
              <a:t>Service Disruption Severity</a:t>
            </a:r>
          </a:p>
          <a:p>
            <a:pPr marL="0" indent="0">
              <a:buNone/>
            </a:pPr>
            <a:r>
              <a:rPr lang="en-US" sz="1600" b="1" dirty="0">
                <a:solidFill>
                  <a:srgbClr val="183A62"/>
                </a:solidFill>
                <a:latin typeface="Aptos" panose="020B0004020202020204" pitchFamily="34" charset="0"/>
              </a:rPr>
              <a:t>II. Financial Health &amp; Cost of Disruption</a:t>
            </a:r>
          </a:p>
          <a:p>
            <a:pPr fontAlgn="base"/>
            <a:r>
              <a:rPr lang="en-US" sz="1600" dirty="0">
                <a:solidFill>
                  <a:srgbClr val="183A62"/>
                </a:solidFill>
                <a:latin typeface="Aptos" panose="020B0004020202020204" pitchFamily="34" charset="0"/>
              </a:rPr>
              <a:t>Revenue Stream Segmentation</a:t>
            </a:r>
          </a:p>
          <a:p>
            <a:pPr fontAlgn="base"/>
            <a:r>
              <a:rPr lang="en-US" sz="1600" dirty="0">
                <a:solidFill>
                  <a:srgbClr val="183A62"/>
                </a:solidFill>
                <a:latin typeface="Aptos" panose="020B0004020202020204" pitchFamily="34" charset="0"/>
              </a:rPr>
              <a:t>Financial Leakage from Refunds</a:t>
            </a:r>
          </a:p>
          <a:p>
            <a:pPr fontAlgn="base"/>
            <a:r>
              <a:rPr lang="en-US" sz="1600" dirty="0">
                <a:solidFill>
                  <a:srgbClr val="183A62"/>
                </a:solidFill>
                <a:latin typeface="Aptos" panose="020B0004020202020204" pitchFamily="34" charset="0"/>
              </a:rPr>
              <a:t>Refund Policy Effectiveness</a:t>
            </a:r>
          </a:p>
          <a:p>
            <a:pPr marL="0" indent="0">
              <a:buNone/>
            </a:pPr>
            <a:r>
              <a:rPr lang="en-US" sz="1600" b="1" dirty="0">
                <a:solidFill>
                  <a:srgbClr val="183A62"/>
                </a:solidFill>
                <a:latin typeface="Aptos" panose="020B0004020202020204" pitchFamily="34" charset="0"/>
              </a:rPr>
              <a:t>III. Customer Behavior &amp; Growth Momentum</a:t>
            </a:r>
          </a:p>
          <a:p>
            <a:pPr fontAlgn="base"/>
            <a:r>
              <a:rPr lang="en-US" sz="1600" dirty="0">
                <a:solidFill>
                  <a:srgbClr val="183A62"/>
                </a:solidFill>
                <a:latin typeface="Aptos" panose="020B0004020202020204" pitchFamily="34" charset="0"/>
              </a:rPr>
              <a:t>Channel Preference</a:t>
            </a:r>
          </a:p>
          <a:p>
            <a:r>
              <a:rPr lang="en-US" sz="1600" dirty="0">
                <a:solidFill>
                  <a:srgbClr val="183A62"/>
                </a:solidFill>
                <a:latin typeface="Aptos" panose="020B0004020202020204" pitchFamily="34" charset="0"/>
              </a:rPr>
              <a:t>Growth Sustainability</a:t>
            </a:r>
          </a:p>
        </p:txBody>
      </p:sp>
      <p:sp>
        <p:nvSpPr>
          <p:cNvPr id="2" name="Title 1">
            <a:extLst>
              <a:ext uri="{FF2B5EF4-FFF2-40B4-BE49-F238E27FC236}">
                <a16:creationId xmlns:a16="http://schemas.microsoft.com/office/drawing/2014/main" id="{4E9AE41D-20A6-9F98-A9AF-DB8D5D26A7FD}"/>
              </a:ext>
            </a:extLst>
          </p:cNvPr>
          <p:cNvSpPr txBox="1">
            <a:spLocks/>
          </p:cNvSpPr>
          <p:nvPr/>
        </p:nvSpPr>
        <p:spPr>
          <a:xfrm>
            <a:off x="195960" y="416687"/>
            <a:ext cx="10817352" cy="589595"/>
          </a:xfrm>
          <a:prstGeom prst="rect">
            <a:avLst/>
          </a:prstGeom>
        </p:spPr>
        <p:txBody>
          <a:bodyPr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b="1" dirty="0">
                <a:solidFill>
                  <a:srgbClr val="183A62"/>
                </a:solidFill>
                <a:latin typeface="Aptos" panose="020B0004020202020204" pitchFamily="34" charset="0"/>
              </a:rPr>
              <a:t>Key Diagnostic Questions</a:t>
            </a:r>
          </a:p>
        </p:txBody>
      </p:sp>
    </p:spTree>
    <p:extLst>
      <p:ext uri="{BB962C8B-B14F-4D97-AF65-F5344CB8AC3E}">
        <p14:creationId xmlns:p14="http://schemas.microsoft.com/office/powerpoint/2010/main" val="32037114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anim calcmode="lin" valueType="num">
                                      <p:cBhvr>
                                        <p:cTn id="8" dur="250" fill="hold"/>
                                        <p:tgtEl>
                                          <p:spTgt spid="6"/>
                                        </p:tgtEl>
                                        <p:attrNameLst>
                                          <p:attrName>ppt_x</p:attrName>
                                        </p:attrNameLst>
                                      </p:cBhvr>
                                      <p:tavLst>
                                        <p:tav tm="0">
                                          <p:val>
                                            <p:strVal val="#ppt_x"/>
                                          </p:val>
                                        </p:tav>
                                        <p:tav tm="100000">
                                          <p:val>
                                            <p:strVal val="#ppt_x"/>
                                          </p:val>
                                        </p:tav>
                                      </p:tavLst>
                                    </p:anim>
                                    <p:anim calcmode="lin" valueType="num">
                                      <p:cBhvr>
                                        <p:cTn id="9" dur="25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9B53C51-6A4E-365E-E69B-160BB3F41820}"/>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1F2E95B-01BD-87C2-73BC-DCCF43CE5FA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1342858"/>
            <a:ext cx="5586984" cy="5330952"/>
          </a:xfrm>
        </p:spPr>
        <p:txBody>
          <a:bodyPr>
            <a:normAutofit/>
          </a:bodyPr>
          <a:lstStyle/>
          <a:p>
            <a:pPr marL="0" indent="0">
              <a:buNone/>
            </a:pPr>
            <a:r>
              <a:rPr lang="en-US" sz="2000" b="1" dirty="0">
                <a:solidFill>
                  <a:srgbClr val="183A62"/>
                </a:solidFill>
                <a:latin typeface="Aptos" panose="020B0004020202020204" pitchFamily="34" charset="0"/>
              </a:rPr>
              <a:t>Data Cleaning &amp; Preparation</a:t>
            </a:r>
          </a:p>
          <a:p>
            <a:r>
              <a:rPr lang="en-US" sz="1600" b="1" dirty="0">
                <a:solidFill>
                  <a:srgbClr val="183A62"/>
                </a:solidFill>
                <a:latin typeface="Aptos" panose="020B0004020202020204" pitchFamily="34" charset="0"/>
              </a:rPr>
              <a:t>Source Data Ingestion:</a:t>
            </a:r>
            <a:r>
              <a:rPr lang="en-US" sz="1600" dirty="0">
                <a:solidFill>
                  <a:srgbClr val="183A62"/>
                </a:solidFill>
                <a:latin typeface="Aptos" panose="020B0004020202020204" pitchFamily="34" charset="0"/>
              </a:rPr>
              <a:t> Loaded 31,653 raw transaction records.</a:t>
            </a:r>
          </a:p>
          <a:p>
            <a:r>
              <a:rPr lang="en-US" sz="1600" b="1" dirty="0">
                <a:solidFill>
                  <a:srgbClr val="183A62"/>
                </a:solidFill>
                <a:latin typeface="Aptos" panose="020B0004020202020204" pitchFamily="34" charset="0"/>
              </a:rPr>
              <a:t>Data Type Conversion:</a:t>
            </a:r>
            <a:r>
              <a:rPr lang="en-US" sz="1600" dirty="0">
                <a:solidFill>
                  <a:srgbClr val="183A62"/>
                </a:solidFill>
                <a:latin typeface="Aptos" panose="020B0004020202020204" pitchFamily="34" charset="0"/>
              </a:rPr>
              <a:t> Ensured proper date and time formats for analysis.</a:t>
            </a:r>
          </a:p>
          <a:p>
            <a:r>
              <a:rPr lang="en-US" sz="1600" b="1" dirty="0">
                <a:solidFill>
                  <a:srgbClr val="183A62"/>
                </a:solidFill>
                <a:latin typeface="Aptos" panose="020B0004020202020204" pitchFamily="34" charset="0"/>
              </a:rPr>
              <a:t>Data Standardization:</a:t>
            </a:r>
            <a:r>
              <a:rPr lang="en-US" sz="1600" dirty="0">
                <a:solidFill>
                  <a:srgbClr val="183A62"/>
                </a:solidFill>
                <a:latin typeface="Aptos" panose="020B0004020202020204" pitchFamily="34" charset="0"/>
              </a:rPr>
              <a:t> Unified and cleaned text entries (e.g., Journey Status, Reason for Delay).</a:t>
            </a:r>
          </a:p>
          <a:p>
            <a:r>
              <a:rPr lang="en-US" sz="1600" b="1" dirty="0">
                <a:solidFill>
                  <a:srgbClr val="183A62"/>
                </a:solidFill>
                <a:latin typeface="Aptos" panose="020B0004020202020204" pitchFamily="34" charset="0"/>
              </a:rPr>
              <a:t>Handling Missing Values:</a:t>
            </a:r>
            <a:r>
              <a:rPr lang="en-US" sz="1600" dirty="0">
                <a:solidFill>
                  <a:srgbClr val="183A62"/>
                </a:solidFill>
                <a:latin typeface="Aptos" panose="020B0004020202020204" pitchFamily="34" charset="0"/>
              </a:rPr>
              <a:t> Imputed missing values in arrival times to correctly categorize journeys as Delayed or Cancelled.</a:t>
            </a:r>
          </a:p>
          <a:p>
            <a:r>
              <a:rPr lang="en-US" sz="1600" b="1" dirty="0">
                <a:solidFill>
                  <a:srgbClr val="183A62"/>
                </a:solidFill>
                <a:latin typeface="Aptos" panose="020B0004020202020204" pitchFamily="34" charset="0"/>
              </a:rPr>
              <a:t>Calculated Columns:</a:t>
            </a:r>
            <a:r>
              <a:rPr lang="en-US" sz="1600" dirty="0">
                <a:solidFill>
                  <a:srgbClr val="183A62"/>
                </a:solidFill>
                <a:latin typeface="Aptos" panose="020B0004020202020204" pitchFamily="34" charset="0"/>
              </a:rPr>
              <a:t> Created derived columns for actual ride time and delay duration.</a:t>
            </a:r>
          </a:p>
        </p:txBody>
      </p:sp>
      <p:pic>
        <p:nvPicPr>
          <p:cNvPr id="6" name="Content Placeholder 4" descr="Blue stock ticker">
            <a:extLst>
              <a:ext uri="{FF2B5EF4-FFF2-40B4-BE49-F238E27FC236}">
                <a16:creationId xmlns:a16="http://schemas.microsoft.com/office/drawing/2014/main" id="{20DE9BC2-87F7-C80C-E481-019493CE0CE3}"/>
              </a:ext>
            </a:extLst>
          </p:cNvPr>
          <p:cNvPicPr>
            <a:picLocks noChangeAspect="1"/>
          </p:cNvPicPr>
          <p:nvPr/>
        </p:nvPicPr>
        <p:blipFill>
          <a:blip r:embed="rId3"/>
          <a:srcRect l="13292" r="29948" b="-20"/>
          <a:stretch>
            <a:fillRect/>
          </a:stretch>
        </p:blipFill>
        <p:spPr>
          <a:xfrm>
            <a:off x="626716" y="1811216"/>
            <a:ext cx="4212570" cy="4491110"/>
          </a:xfrm>
          <a:prstGeom prst="rect">
            <a:avLst/>
          </a:prstGeom>
          <a:noFill/>
        </p:spPr>
      </p:pic>
      <p:sp>
        <p:nvSpPr>
          <p:cNvPr id="3" name="Title 1">
            <a:extLst>
              <a:ext uri="{FF2B5EF4-FFF2-40B4-BE49-F238E27FC236}">
                <a16:creationId xmlns:a16="http://schemas.microsoft.com/office/drawing/2014/main" id="{CBE84B0A-0FAC-51CA-EB94-404222D04883}"/>
              </a:ext>
            </a:extLst>
          </p:cNvPr>
          <p:cNvSpPr txBox="1">
            <a:spLocks/>
          </p:cNvSpPr>
          <p:nvPr/>
        </p:nvSpPr>
        <p:spPr>
          <a:xfrm>
            <a:off x="404305" y="94102"/>
            <a:ext cx="10817352" cy="958480"/>
          </a:xfrm>
          <a:prstGeom prst="rect">
            <a:avLst/>
          </a:prstGeom>
        </p:spPr>
        <p:txBody>
          <a:bodyPr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b="1" dirty="0">
                <a:solidFill>
                  <a:srgbClr val="183A62"/>
                </a:solidFill>
                <a:latin typeface="Aptos" panose="020B0004020202020204" pitchFamily="34" charset="0"/>
              </a:rPr>
              <a:t>Technical Deep Dive</a:t>
            </a:r>
          </a:p>
        </p:txBody>
      </p:sp>
    </p:spTree>
    <p:extLst>
      <p:ext uri="{BB962C8B-B14F-4D97-AF65-F5344CB8AC3E}">
        <p14:creationId xmlns:p14="http://schemas.microsoft.com/office/powerpoint/2010/main" val="37164973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B5A2BE9-D438-03DD-C405-625DF6E389E9}"/>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10B48C3-FEB5-1F28-1339-F6BFFFA3F20F}"/>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rcRect l="-490" r="14624"/>
          <a:stretch>
            <a:fillRect/>
          </a:stretch>
        </p:blipFill>
        <p:spPr>
          <a:xfrm>
            <a:off x="6203853" y="1680532"/>
            <a:ext cx="5514536" cy="4543865"/>
          </a:xfrm>
          <a:prstGeom prst="rect">
            <a:avLst/>
          </a:prstGeom>
          <a:noFill/>
        </p:spPr>
      </p:pic>
      <p:sp>
        <p:nvSpPr>
          <p:cNvPr id="4" name="Content Placeholder 3">
            <a:extLst>
              <a:ext uri="{FF2B5EF4-FFF2-40B4-BE49-F238E27FC236}">
                <a16:creationId xmlns:a16="http://schemas.microsoft.com/office/drawing/2014/main" id="{95A7CB29-0D3A-B910-2DB5-DF5F93F7794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7113" y="906107"/>
            <a:ext cx="5078438" cy="4811101"/>
          </a:xfrm>
        </p:spPr>
        <p:txBody>
          <a:bodyPr>
            <a:normAutofit/>
          </a:bodyPr>
          <a:lstStyle/>
          <a:p>
            <a:pPr marL="0" indent="0">
              <a:buNone/>
            </a:pPr>
            <a:r>
              <a:rPr lang="en-US" sz="2000" b="1" dirty="0">
                <a:solidFill>
                  <a:srgbClr val="183A62"/>
                </a:solidFill>
                <a:latin typeface="Aptos" panose="020B0004020202020204" pitchFamily="34" charset="0"/>
              </a:rPr>
              <a:t>Data Enrichment &amp; Dimension Tables</a:t>
            </a:r>
          </a:p>
          <a:p>
            <a:r>
              <a:rPr lang="en-US" sz="1600" b="1" dirty="0">
                <a:solidFill>
                  <a:srgbClr val="183A62"/>
                </a:solidFill>
                <a:latin typeface="Aptos" panose="020B0004020202020204" pitchFamily="34" charset="0"/>
              </a:rPr>
              <a:t>Date Dimension:</a:t>
            </a:r>
            <a:r>
              <a:rPr lang="en-US" sz="1600" dirty="0">
                <a:solidFill>
                  <a:srgbClr val="183A62"/>
                </a:solidFill>
                <a:latin typeface="Aptos" panose="020B0004020202020204" pitchFamily="34" charset="0"/>
              </a:rPr>
              <a:t> Created a dedicated Date Dimension table to enable robust Time Intelligence calculations.</a:t>
            </a:r>
          </a:p>
          <a:p>
            <a:r>
              <a:rPr lang="en-US" sz="1600" b="1" dirty="0">
                <a:solidFill>
                  <a:srgbClr val="183A62"/>
                </a:solidFill>
                <a:latin typeface="Aptos" panose="020B0004020202020204" pitchFamily="34" charset="0"/>
              </a:rPr>
              <a:t>Hierarchies:</a:t>
            </a:r>
            <a:r>
              <a:rPr lang="en-US" sz="1600" dirty="0">
                <a:solidFill>
                  <a:srgbClr val="183A62"/>
                </a:solidFill>
                <a:latin typeface="Aptos" panose="020B0004020202020204" pitchFamily="34" charset="0"/>
              </a:rPr>
              <a:t> Established hierarchies for geographical and temporal analysis (e.g., Station, Date).</a:t>
            </a:r>
          </a:p>
          <a:p>
            <a:r>
              <a:rPr lang="en-US" sz="1600" b="1" dirty="0">
                <a:solidFill>
                  <a:srgbClr val="183A62"/>
                </a:solidFill>
                <a:latin typeface="Aptos" panose="020B0004020202020204" pitchFamily="34" charset="0"/>
              </a:rPr>
              <a:t>Segmentation:</a:t>
            </a:r>
            <a:r>
              <a:rPr lang="en-US" sz="1600" dirty="0">
                <a:solidFill>
                  <a:srgbClr val="183A62"/>
                </a:solidFill>
                <a:latin typeface="Aptos" panose="020B0004020202020204" pitchFamily="34" charset="0"/>
              </a:rPr>
              <a:t> Grouped and categorized Passenger attributes (e.g., </a:t>
            </a:r>
            <a:r>
              <a:rPr lang="en-US" sz="1600" dirty="0" err="1">
                <a:solidFill>
                  <a:srgbClr val="183A62"/>
                </a:solidFill>
                <a:latin typeface="Aptos" panose="020B0004020202020204" pitchFamily="34" charset="0"/>
              </a:rPr>
              <a:t>Railcard</a:t>
            </a:r>
            <a:r>
              <a:rPr lang="en-US" sz="1600" dirty="0">
                <a:solidFill>
                  <a:srgbClr val="183A62"/>
                </a:solidFill>
                <a:latin typeface="Aptos" panose="020B0004020202020204" pitchFamily="34" charset="0"/>
              </a:rPr>
              <a:t> holders) and Ticket details.</a:t>
            </a:r>
          </a:p>
          <a:p>
            <a:endParaRPr lang="en-US" sz="1600" dirty="0"/>
          </a:p>
        </p:txBody>
      </p:sp>
      <p:sp>
        <p:nvSpPr>
          <p:cNvPr id="3" name="Title 1">
            <a:extLst>
              <a:ext uri="{FF2B5EF4-FFF2-40B4-BE49-F238E27FC236}">
                <a16:creationId xmlns:a16="http://schemas.microsoft.com/office/drawing/2014/main" id="{2AE368F4-052C-2C6B-B7C5-C940A964FE89}"/>
              </a:ext>
            </a:extLst>
          </p:cNvPr>
          <p:cNvSpPr txBox="1">
            <a:spLocks/>
          </p:cNvSpPr>
          <p:nvPr/>
        </p:nvSpPr>
        <p:spPr>
          <a:xfrm>
            <a:off x="404305" y="94102"/>
            <a:ext cx="10817352" cy="958480"/>
          </a:xfrm>
          <a:prstGeom prst="rect">
            <a:avLst/>
          </a:prstGeom>
        </p:spPr>
        <p:txBody>
          <a:bodyPr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b="1" dirty="0">
                <a:solidFill>
                  <a:srgbClr val="183A62"/>
                </a:solidFill>
                <a:latin typeface="Aptos" panose="020B0004020202020204" pitchFamily="34" charset="0"/>
              </a:rPr>
              <a:t>Technical Deep Dive</a:t>
            </a:r>
          </a:p>
        </p:txBody>
      </p:sp>
    </p:spTree>
    <p:extLst>
      <p:ext uri="{BB962C8B-B14F-4D97-AF65-F5344CB8AC3E}">
        <p14:creationId xmlns:p14="http://schemas.microsoft.com/office/powerpoint/2010/main" val="27045227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E8C8C1E-EA5D-CA61-ED4D-32178150ABFD}"/>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086EB7E-E331-93D3-8965-F289FFABD0CD}"/>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rcRect l="-1304" t="8167" r="1304" b="22235"/>
          <a:stretch>
            <a:fillRect/>
          </a:stretch>
        </p:blipFill>
        <p:spPr>
          <a:xfrm>
            <a:off x="704234" y="1862709"/>
            <a:ext cx="3919113" cy="3919113"/>
          </a:xfrm>
          <a:prstGeom prst="rect">
            <a:avLst/>
          </a:prstGeom>
          <a:noFill/>
        </p:spPr>
      </p:pic>
      <p:sp>
        <p:nvSpPr>
          <p:cNvPr id="4" name="Content Placeholder 3">
            <a:extLst>
              <a:ext uri="{FF2B5EF4-FFF2-40B4-BE49-F238E27FC236}">
                <a16:creationId xmlns:a16="http://schemas.microsoft.com/office/drawing/2014/main" id="{38F343E4-820B-8CDC-F891-617BD1CC59A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39618" y="1342858"/>
            <a:ext cx="5690382" cy="5330952"/>
          </a:xfrm>
        </p:spPr>
        <p:txBody>
          <a:bodyPr>
            <a:normAutofit/>
          </a:bodyPr>
          <a:lstStyle/>
          <a:p>
            <a:pPr marL="0" indent="0">
              <a:buNone/>
            </a:pPr>
            <a:r>
              <a:rPr lang="en-US" sz="2000" b="1" dirty="0">
                <a:solidFill>
                  <a:srgbClr val="183A62"/>
                </a:solidFill>
                <a:latin typeface="Aptos" panose="020B0004020202020204" pitchFamily="34" charset="0"/>
              </a:rPr>
              <a:t>Exploratory Data Analysis (EDA)</a:t>
            </a:r>
          </a:p>
          <a:p>
            <a:r>
              <a:rPr lang="en-US" sz="1600" b="1" dirty="0">
                <a:solidFill>
                  <a:srgbClr val="183A62"/>
                </a:solidFill>
                <a:latin typeface="Aptos" panose="020B0004020202020204" pitchFamily="34" charset="0"/>
              </a:rPr>
              <a:t>Total Rides:</a:t>
            </a:r>
            <a:r>
              <a:rPr lang="en-US" sz="1600" dirty="0">
                <a:solidFill>
                  <a:srgbClr val="183A62"/>
                </a:solidFill>
                <a:latin typeface="Aptos" panose="020B0004020202020204" pitchFamily="34" charset="0"/>
              </a:rPr>
              <a:t> </a:t>
            </a:r>
            <a:r>
              <a:rPr lang="en-US" sz="1600" b="1" dirty="0">
                <a:solidFill>
                  <a:srgbClr val="183A62"/>
                </a:solidFill>
                <a:latin typeface="Aptos" panose="020B0004020202020204" pitchFamily="34" charset="0"/>
              </a:rPr>
              <a:t>31,653</a:t>
            </a:r>
            <a:r>
              <a:rPr lang="en-US" sz="1600" dirty="0">
                <a:solidFill>
                  <a:srgbClr val="183A62"/>
                </a:solidFill>
                <a:latin typeface="Aptos" panose="020B0004020202020204" pitchFamily="34" charset="0"/>
              </a:rPr>
              <a:t> total transactions.</a:t>
            </a:r>
          </a:p>
          <a:p>
            <a:r>
              <a:rPr lang="en-US" sz="1600" b="1" dirty="0">
                <a:solidFill>
                  <a:srgbClr val="183A62"/>
                </a:solidFill>
                <a:latin typeface="Aptos" panose="020B0004020202020204" pitchFamily="34" charset="0"/>
              </a:rPr>
              <a:t>Total Revenue:</a:t>
            </a:r>
            <a:r>
              <a:rPr lang="en-US" sz="1600" dirty="0">
                <a:solidFill>
                  <a:srgbClr val="183A62"/>
                </a:solidFill>
                <a:latin typeface="Aptos" panose="020B0004020202020204" pitchFamily="34" charset="0"/>
              </a:rPr>
              <a:t> </a:t>
            </a:r>
            <a:r>
              <a:rPr lang="en-US" sz="1600" b="1" dirty="0">
                <a:solidFill>
                  <a:srgbClr val="183A62"/>
                </a:solidFill>
                <a:latin typeface="Aptos" panose="020B0004020202020204" pitchFamily="34" charset="0"/>
              </a:rPr>
              <a:t>£742K</a:t>
            </a:r>
            <a:r>
              <a:rPr lang="en-US" sz="1600" dirty="0">
                <a:solidFill>
                  <a:srgbClr val="183A62"/>
                </a:solidFill>
                <a:latin typeface="Aptos" panose="020B0004020202020204" pitchFamily="34" charset="0"/>
              </a:rPr>
              <a:t> generated.</a:t>
            </a:r>
          </a:p>
          <a:p>
            <a:r>
              <a:rPr lang="en-US" sz="1600" b="1" dirty="0">
                <a:solidFill>
                  <a:srgbClr val="183A62"/>
                </a:solidFill>
                <a:latin typeface="Aptos" panose="020B0004020202020204" pitchFamily="34" charset="0"/>
              </a:rPr>
              <a:t>Performance Baseline:</a:t>
            </a:r>
            <a:r>
              <a:rPr lang="en-US" sz="1600" dirty="0">
                <a:solidFill>
                  <a:srgbClr val="183A62"/>
                </a:solidFill>
                <a:latin typeface="Aptos" panose="020B0004020202020204" pitchFamily="34" charset="0"/>
              </a:rPr>
              <a:t> </a:t>
            </a:r>
            <a:r>
              <a:rPr lang="en-US" sz="1600" b="1" dirty="0">
                <a:solidFill>
                  <a:srgbClr val="183A62"/>
                </a:solidFill>
                <a:latin typeface="Aptos" panose="020B0004020202020204" pitchFamily="34" charset="0"/>
              </a:rPr>
              <a:t>86.82%</a:t>
            </a:r>
            <a:r>
              <a:rPr lang="en-US" sz="1600" dirty="0">
                <a:solidFill>
                  <a:srgbClr val="183A62"/>
                </a:solidFill>
                <a:latin typeface="Aptos" panose="020B0004020202020204" pitchFamily="34" charset="0"/>
              </a:rPr>
              <a:t> of rides were On Time.</a:t>
            </a:r>
          </a:p>
          <a:p>
            <a:r>
              <a:rPr lang="en-US" sz="1600" b="1" dirty="0">
                <a:solidFill>
                  <a:srgbClr val="183A62"/>
                </a:solidFill>
                <a:latin typeface="Aptos" panose="020B0004020202020204" pitchFamily="34" charset="0"/>
              </a:rPr>
              <a:t>Disruption Volumes:</a:t>
            </a:r>
            <a:r>
              <a:rPr lang="en-US" sz="1600" dirty="0">
                <a:solidFill>
                  <a:srgbClr val="183A62"/>
                </a:solidFill>
                <a:latin typeface="Aptos" panose="020B0004020202020204" pitchFamily="34" charset="0"/>
              </a:rPr>
              <a:t> </a:t>
            </a:r>
            <a:r>
              <a:rPr lang="en-US" sz="1600" b="1" dirty="0">
                <a:solidFill>
                  <a:srgbClr val="183A62"/>
                </a:solidFill>
                <a:latin typeface="Aptos" panose="020B0004020202020204" pitchFamily="34" charset="0"/>
              </a:rPr>
              <a:t>7.24%</a:t>
            </a:r>
            <a:r>
              <a:rPr lang="en-US" sz="1600" dirty="0">
                <a:solidFill>
                  <a:srgbClr val="183A62"/>
                </a:solidFill>
                <a:latin typeface="Aptos" panose="020B0004020202020204" pitchFamily="34" charset="0"/>
              </a:rPr>
              <a:t> Delayed rides and </a:t>
            </a:r>
            <a:r>
              <a:rPr lang="en-US" sz="1600" b="1" dirty="0">
                <a:solidFill>
                  <a:srgbClr val="183A62"/>
                </a:solidFill>
                <a:latin typeface="Aptos" panose="020B0004020202020204" pitchFamily="34" charset="0"/>
              </a:rPr>
              <a:t>5.94%</a:t>
            </a:r>
            <a:r>
              <a:rPr lang="en-US" sz="1600" dirty="0">
                <a:solidFill>
                  <a:srgbClr val="183A62"/>
                </a:solidFill>
                <a:latin typeface="Aptos" panose="020B0004020202020204" pitchFamily="34" charset="0"/>
              </a:rPr>
              <a:t> Cancelled rides.</a:t>
            </a:r>
          </a:p>
          <a:p>
            <a:r>
              <a:rPr lang="en-US" sz="1600" b="1" dirty="0">
                <a:solidFill>
                  <a:srgbClr val="183A62"/>
                </a:solidFill>
                <a:latin typeface="Aptos" panose="020B0004020202020204" pitchFamily="34" charset="0"/>
              </a:rPr>
              <a:t>Financial Leakage:</a:t>
            </a:r>
            <a:r>
              <a:rPr lang="en-US" sz="1600" dirty="0">
                <a:solidFill>
                  <a:srgbClr val="183A62"/>
                </a:solidFill>
                <a:latin typeface="Aptos" panose="020B0004020202020204" pitchFamily="34" charset="0"/>
              </a:rPr>
              <a:t> </a:t>
            </a:r>
            <a:r>
              <a:rPr lang="en-US" sz="1600" b="1" dirty="0">
                <a:solidFill>
                  <a:srgbClr val="183A62"/>
                </a:solidFill>
                <a:latin typeface="Aptos" panose="020B0004020202020204" pitchFamily="34" charset="0"/>
              </a:rPr>
              <a:t>£39K</a:t>
            </a:r>
            <a:r>
              <a:rPr lang="en-US" sz="1600" dirty="0">
                <a:solidFill>
                  <a:srgbClr val="183A62"/>
                </a:solidFill>
                <a:latin typeface="Aptos" panose="020B0004020202020204" pitchFamily="34" charset="0"/>
              </a:rPr>
              <a:t> paid in refunds, with an Incident Refund Rate of </a:t>
            </a:r>
            <a:r>
              <a:rPr lang="en-US" sz="1600" b="1" dirty="0">
                <a:solidFill>
                  <a:srgbClr val="183A62"/>
                </a:solidFill>
                <a:latin typeface="Aptos" panose="020B0004020202020204" pitchFamily="34" charset="0"/>
              </a:rPr>
              <a:t>26.80%</a:t>
            </a:r>
            <a:r>
              <a:rPr lang="en-US" sz="1600" dirty="0">
                <a:solidFill>
                  <a:srgbClr val="183A62"/>
                </a:solidFill>
                <a:latin typeface="Aptos" panose="020B0004020202020204" pitchFamily="34" charset="0"/>
              </a:rPr>
              <a:t>.</a:t>
            </a:r>
          </a:p>
          <a:p>
            <a:r>
              <a:rPr lang="en-US" sz="1600" b="1" dirty="0">
                <a:solidFill>
                  <a:srgbClr val="183A62"/>
                </a:solidFill>
                <a:latin typeface="Aptos" panose="020B0004020202020204" pitchFamily="34" charset="0"/>
              </a:rPr>
              <a:t>Growth Trajectory:</a:t>
            </a:r>
            <a:r>
              <a:rPr lang="en-US" sz="1600" dirty="0">
                <a:solidFill>
                  <a:srgbClr val="183A62"/>
                </a:solidFill>
                <a:latin typeface="Aptos" panose="020B0004020202020204" pitchFamily="34" charset="0"/>
              </a:rPr>
              <a:t> Strong Month-over-Month Growth of </a:t>
            </a:r>
            <a:r>
              <a:rPr lang="en-US" sz="1600" b="1" dirty="0">
                <a:solidFill>
                  <a:srgbClr val="183A62"/>
                </a:solidFill>
                <a:latin typeface="Aptos" panose="020B0004020202020204" pitchFamily="34" charset="0"/>
              </a:rPr>
              <a:t>33.89%</a:t>
            </a:r>
            <a:r>
              <a:rPr lang="en-US" sz="1600" dirty="0">
                <a:solidFill>
                  <a:srgbClr val="183A62"/>
                </a:solidFill>
                <a:latin typeface="Aptos" panose="020B0004020202020204" pitchFamily="34" charset="0"/>
              </a:rPr>
              <a:t>.</a:t>
            </a:r>
          </a:p>
          <a:p>
            <a:endParaRPr lang="en-US" sz="1600" dirty="0"/>
          </a:p>
        </p:txBody>
      </p:sp>
      <p:pic>
        <p:nvPicPr>
          <p:cNvPr id="3" name="Content Placeholder 4">
            <a:extLst>
              <a:ext uri="{FF2B5EF4-FFF2-40B4-BE49-F238E27FC236}">
                <a16:creationId xmlns:a16="http://schemas.microsoft.com/office/drawing/2014/main" id="{8ED2C859-D998-0D22-46ED-D7E20E4B76A1}"/>
              </a:ext>
            </a:extLst>
          </p:cNvPr>
          <p:cNvPicPr>
            <a:picLocks noChangeAspect="1"/>
          </p:cNvPicPr>
          <p:nvPr/>
        </p:nvPicPr>
        <p:blipFill>
          <a:blip r:embed="rId4">
            <a:extLst>
              <a:ext uri="{28A0092B-C50C-407E-A947-70E740481C1C}">
                <a14:useLocalDpi xmlns:a14="http://schemas.microsoft.com/office/drawing/2010/main" val="0"/>
              </a:ext>
            </a:extLst>
          </a:blip>
          <a:srcRect l="17941" r="6014"/>
          <a:stretch>
            <a:fillRect/>
          </a:stretch>
        </p:blipFill>
        <p:spPr>
          <a:xfrm>
            <a:off x="704234" y="1862709"/>
            <a:ext cx="4149120" cy="4430474"/>
          </a:xfrm>
          <a:prstGeom prst="rect">
            <a:avLst/>
          </a:prstGeom>
          <a:noFill/>
        </p:spPr>
      </p:pic>
      <p:sp>
        <p:nvSpPr>
          <p:cNvPr id="6" name="Title 1">
            <a:extLst>
              <a:ext uri="{FF2B5EF4-FFF2-40B4-BE49-F238E27FC236}">
                <a16:creationId xmlns:a16="http://schemas.microsoft.com/office/drawing/2014/main" id="{C49AB258-7E56-F87C-F73F-0A7A5B1D9E6E}"/>
              </a:ext>
            </a:extLst>
          </p:cNvPr>
          <p:cNvSpPr txBox="1">
            <a:spLocks/>
          </p:cNvSpPr>
          <p:nvPr/>
        </p:nvSpPr>
        <p:spPr>
          <a:xfrm>
            <a:off x="404305" y="94102"/>
            <a:ext cx="10817352" cy="958480"/>
          </a:xfrm>
          <a:prstGeom prst="rect">
            <a:avLst/>
          </a:prstGeom>
        </p:spPr>
        <p:txBody>
          <a:bodyPr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b="1" dirty="0">
                <a:solidFill>
                  <a:srgbClr val="183A62"/>
                </a:solidFill>
                <a:latin typeface="Aptos" panose="020B0004020202020204" pitchFamily="34" charset="0"/>
              </a:rPr>
              <a:t>Technical Deep Dive</a:t>
            </a:r>
          </a:p>
        </p:txBody>
      </p:sp>
    </p:spTree>
    <p:extLst>
      <p:ext uri="{BB962C8B-B14F-4D97-AF65-F5344CB8AC3E}">
        <p14:creationId xmlns:p14="http://schemas.microsoft.com/office/powerpoint/2010/main" val="41777339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39B55D8-176F-A9EB-3959-B7E0F523D61B}"/>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8EAEAE4-6430-D417-4862-4E80D252BDD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2559" y="1340619"/>
            <a:ext cx="5104312" cy="4907782"/>
          </a:xfrm>
        </p:spPr>
        <p:txBody>
          <a:bodyPr>
            <a:normAutofit/>
          </a:bodyPr>
          <a:lstStyle/>
          <a:p>
            <a:pPr marL="0" indent="0">
              <a:buNone/>
            </a:pPr>
            <a:r>
              <a:rPr lang="en-US" sz="2000" b="1" dirty="0">
                <a:solidFill>
                  <a:srgbClr val="183A62"/>
                </a:solidFill>
                <a:latin typeface="Aptos" panose="020B0004020202020204" pitchFamily="34" charset="0"/>
              </a:rPr>
              <a:t>Data Modeling</a:t>
            </a:r>
          </a:p>
          <a:p>
            <a:r>
              <a:rPr lang="en-US" sz="1600" b="1" dirty="0">
                <a:solidFill>
                  <a:srgbClr val="183A62"/>
                </a:solidFill>
                <a:latin typeface="Aptos" panose="020B0004020202020204" pitchFamily="34" charset="0"/>
              </a:rPr>
              <a:t>Model Architecture:</a:t>
            </a:r>
            <a:r>
              <a:rPr lang="en-US" sz="1600" dirty="0">
                <a:solidFill>
                  <a:srgbClr val="183A62"/>
                </a:solidFill>
                <a:latin typeface="Aptos" panose="020B0004020202020204" pitchFamily="34" charset="0"/>
              </a:rPr>
              <a:t> Implemented a </a:t>
            </a:r>
            <a:r>
              <a:rPr lang="en-US" sz="1600" b="1" dirty="0">
                <a:solidFill>
                  <a:srgbClr val="183A62"/>
                </a:solidFill>
                <a:latin typeface="Aptos" panose="020B0004020202020204" pitchFamily="34" charset="0"/>
              </a:rPr>
              <a:t>Star Schema</a:t>
            </a:r>
            <a:r>
              <a:rPr lang="en-US" sz="1600" dirty="0">
                <a:solidFill>
                  <a:srgbClr val="183A62"/>
                </a:solidFill>
                <a:latin typeface="Aptos" panose="020B0004020202020204" pitchFamily="34" charset="0"/>
              </a:rPr>
              <a:t> to optimize performance and query speed in Power BI.</a:t>
            </a:r>
          </a:p>
          <a:p>
            <a:r>
              <a:rPr lang="en-US" sz="1600" b="1" dirty="0">
                <a:solidFill>
                  <a:srgbClr val="183A62"/>
                </a:solidFill>
                <a:latin typeface="Aptos" panose="020B0004020202020204" pitchFamily="34" charset="0"/>
              </a:rPr>
              <a:t>Fact Table:</a:t>
            </a:r>
            <a:r>
              <a:rPr lang="en-US" sz="1600" dirty="0">
                <a:solidFill>
                  <a:srgbClr val="183A62"/>
                </a:solidFill>
                <a:latin typeface="Aptos" panose="020B0004020202020204" pitchFamily="34" charset="0"/>
              </a:rPr>
              <a:t> Central UK Trains Rides table containing all transactional data.</a:t>
            </a:r>
          </a:p>
          <a:p>
            <a:r>
              <a:rPr lang="en-US" sz="1600" b="1" dirty="0">
                <a:solidFill>
                  <a:srgbClr val="183A62"/>
                </a:solidFill>
                <a:latin typeface="Aptos" panose="020B0004020202020204" pitchFamily="34" charset="0"/>
              </a:rPr>
              <a:t>Dimension Tables:</a:t>
            </a:r>
            <a:r>
              <a:rPr lang="en-US" sz="1600" dirty="0">
                <a:solidFill>
                  <a:srgbClr val="183A62"/>
                </a:solidFill>
                <a:latin typeface="Aptos" panose="020B0004020202020204" pitchFamily="34" charset="0"/>
              </a:rPr>
              <a:t> Linked Date and Stations dimensions.</a:t>
            </a:r>
          </a:p>
          <a:p>
            <a:r>
              <a:rPr lang="en-US" sz="1600" b="1" dirty="0">
                <a:solidFill>
                  <a:srgbClr val="183A62"/>
                </a:solidFill>
                <a:latin typeface="Aptos" panose="020B0004020202020204" pitchFamily="34" charset="0"/>
              </a:rPr>
              <a:t>Relationships:</a:t>
            </a:r>
            <a:r>
              <a:rPr lang="en-US" sz="1600" dirty="0">
                <a:solidFill>
                  <a:srgbClr val="183A62"/>
                </a:solidFill>
                <a:latin typeface="Aptos" panose="020B0004020202020204" pitchFamily="34" charset="0"/>
              </a:rPr>
              <a:t> Established robust One-to-Many relationships to ensure accurate measure calculations across filters.</a:t>
            </a:r>
          </a:p>
          <a:p>
            <a:endParaRPr lang="en-US" sz="1600" dirty="0"/>
          </a:p>
        </p:txBody>
      </p:sp>
      <p:pic>
        <p:nvPicPr>
          <p:cNvPr id="8" name="Picture 7">
            <a:extLst>
              <a:ext uri="{FF2B5EF4-FFF2-40B4-BE49-F238E27FC236}">
                <a16:creationId xmlns:a16="http://schemas.microsoft.com/office/drawing/2014/main" id="{9DC5DA4F-4AB2-6AA1-C73C-F39616034ED1}"/>
              </a:ext>
            </a:extLst>
          </p:cNvPr>
          <p:cNvPicPr>
            <a:picLocks noChangeAspect="1"/>
          </p:cNvPicPr>
          <p:nvPr/>
        </p:nvPicPr>
        <p:blipFill>
          <a:blip r:embed="rId3">
            <a:extLst>
              <a:ext uri="{28A0092B-C50C-407E-A947-70E740481C1C}">
                <a14:useLocalDpi xmlns:a14="http://schemas.microsoft.com/office/drawing/2010/main" val="0"/>
              </a:ext>
            </a:extLst>
          </a:blip>
          <a:srcRect t="3001"/>
          <a:stretch>
            <a:fillRect/>
          </a:stretch>
        </p:blipFill>
        <p:spPr>
          <a:xfrm>
            <a:off x="5853657" y="1340619"/>
            <a:ext cx="6094503" cy="4907782"/>
          </a:xfrm>
          <a:prstGeom prst="rect">
            <a:avLst/>
          </a:prstGeom>
        </p:spPr>
      </p:pic>
      <p:sp>
        <p:nvSpPr>
          <p:cNvPr id="15" name="Title 1">
            <a:extLst>
              <a:ext uri="{FF2B5EF4-FFF2-40B4-BE49-F238E27FC236}">
                <a16:creationId xmlns:a16="http://schemas.microsoft.com/office/drawing/2014/main" id="{43200C8B-2C1B-2762-B33E-8FEB53609A0B}"/>
              </a:ext>
            </a:extLst>
          </p:cNvPr>
          <p:cNvSpPr txBox="1">
            <a:spLocks/>
          </p:cNvSpPr>
          <p:nvPr/>
        </p:nvSpPr>
        <p:spPr>
          <a:xfrm>
            <a:off x="404305" y="94102"/>
            <a:ext cx="10817352" cy="958480"/>
          </a:xfrm>
          <a:prstGeom prst="rect">
            <a:avLst/>
          </a:prstGeom>
        </p:spPr>
        <p:txBody>
          <a:bodyPr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b="1" dirty="0">
                <a:solidFill>
                  <a:srgbClr val="183A62"/>
                </a:solidFill>
                <a:latin typeface="Aptos" panose="020B0004020202020204" pitchFamily="34" charset="0"/>
              </a:rPr>
              <a:t>Technical Deep Dive</a:t>
            </a:r>
          </a:p>
        </p:txBody>
      </p:sp>
    </p:spTree>
    <p:extLst>
      <p:ext uri="{BB962C8B-B14F-4D97-AF65-F5344CB8AC3E}">
        <p14:creationId xmlns:p14="http://schemas.microsoft.com/office/powerpoint/2010/main" val="24437038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B62708B-6821-E52B-3131-89AE54B76A55}"/>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E1E0AC2-0A25-4F11-2D85-1D645236012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75245" y="1308294"/>
            <a:ext cx="10817352" cy="5084159"/>
          </a:xfrm>
        </p:spPr>
        <p:txBody>
          <a:bodyPr>
            <a:normAutofit/>
          </a:bodyPr>
          <a:lstStyle/>
          <a:p>
            <a:r>
              <a:rPr lang="en-US" sz="1600" b="1" dirty="0">
                <a:solidFill>
                  <a:srgbClr val="183A62"/>
                </a:solidFill>
                <a:latin typeface="Aptos" panose="020B0004020202020204" pitchFamily="34" charset="0"/>
              </a:rPr>
              <a:t>Operational Measures:</a:t>
            </a:r>
            <a:r>
              <a:rPr lang="en-US" sz="1600" dirty="0">
                <a:solidFill>
                  <a:srgbClr val="183A62"/>
                </a:solidFill>
                <a:latin typeface="Aptos" panose="020B0004020202020204" pitchFamily="34" charset="0"/>
              </a:rPr>
              <a:t> Calculated core metrics like PPM%, Delay Time Averages, and Service Failure Rates.</a:t>
            </a:r>
          </a:p>
          <a:p>
            <a:endParaRPr lang="en-US" sz="1600" dirty="0">
              <a:solidFill>
                <a:srgbClr val="183A62"/>
              </a:solidFill>
              <a:latin typeface="Aptos" panose="020B0004020202020204" pitchFamily="34" charset="0"/>
            </a:endParaRPr>
          </a:p>
          <a:p>
            <a:r>
              <a:rPr lang="en-US" sz="1600" b="1" dirty="0">
                <a:solidFill>
                  <a:srgbClr val="183A62"/>
                </a:solidFill>
                <a:latin typeface="Aptos" panose="020B0004020202020204" pitchFamily="34" charset="0"/>
              </a:rPr>
              <a:t>Financial Measures:</a:t>
            </a:r>
            <a:r>
              <a:rPr lang="en-US" sz="1600" dirty="0">
                <a:solidFill>
                  <a:srgbClr val="183A62"/>
                </a:solidFill>
                <a:latin typeface="Aptos" panose="020B0004020202020204" pitchFamily="34" charset="0"/>
              </a:rPr>
              <a:t> Defined revenue totals, Average Ticket Price, and the financial impact of Refunds.</a:t>
            </a:r>
          </a:p>
          <a:p>
            <a:endParaRPr lang="en-US" sz="1600" dirty="0">
              <a:solidFill>
                <a:srgbClr val="183A62"/>
              </a:solidFill>
              <a:latin typeface="Aptos" panose="020B0004020202020204" pitchFamily="34" charset="0"/>
            </a:endParaRPr>
          </a:p>
          <a:p>
            <a:r>
              <a:rPr lang="en-US" sz="1600" b="1" dirty="0">
                <a:solidFill>
                  <a:srgbClr val="183A62"/>
                </a:solidFill>
                <a:latin typeface="Aptos" panose="020B0004020202020204" pitchFamily="34" charset="0"/>
              </a:rPr>
              <a:t>Time Intelligence:</a:t>
            </a:r>
            <a:r>
              <a:rPr lang="en-US" sz="1600" dirty="0">
                <a:solidFill>
                  <a:srgbClr val="183A62"/>
                </a:solidFill>
                <a:latin typeface="Aptos" panose="020B0004020202020204" pitchFamily="34" charset="0"/>
              </a:rPr>
              <a:t> Utilized DAX functions (DATEADD, TOTALMTD) for Month-over-Month growth and trend analysis.</a:t>
            </a:r>
          </a:p>
          <a:p>
            <a:endParaRPr lang="en-US" sz="1600" dirty="0">
              <a:solidFill>
                <a:srgbClr val="183A62"/>
              </a:solidFill>
              <a:latin typeface="Aptos" panose="020B0004020202020204" pitchFamily="34" charset="0"/>
            </a:endParaRPr>
          </a:p>
          <a:p>
            <a:r>
              <a:rPr lang="en-US" sz="1600" b="1" dirty="0">
                <a:solidFill>
                  <a:srgbClr val="183A62"/>
                </a:solidFill>
                <a:latin typeface="Aptos" panose="020B0004020202020204" pitchFamily="34" charset="0"/>
              </a:rPr>
              <a:t>Segmentation Measures:</a:t>
            </a:r>
            <a:r>
              <a:rPr lang="en-US" sz="1600" dirty="0">
                <a:solidFill>
                  <a:srgbClr val="183A62"/>
                </a:solidFill>
                <a:latin typeface="Aptos" panose="020B0004020202020204" pitchFamily="34" charset="0"/>
              </a:rPr>
              <a:t> Quantified passenger groups (</a:t>
            </a:r>
            <a:r>
              <a:rPr lang="en-US" sz="1600" dirty="0" err="1">
                <a:solidFill>
                  <a:srgbClr val="183A62"/>
                </a:solidFill>
                <a:latin typeface="Aptos" panose="020B0004020202020204" pitchFamily="34" charset="0"/>
              </a:rPr>
              <a:t>Railcard</a:t>
            </a:r>
            <a:r>
              <a:rPr lang="en-US" sz="1600" dirty="0">
                <a:solidFill>
                  <a:srgbClr val="183A62"/>
                </a:solidFill>
                <a:latin typeface="Aptos" panose="020B0004020202020204" pitchFamily="34" charset="0"/>
              </a:rPr>
              <a:t> holders vs. Non-</a:t>
            </a:r>
            <a:r>
              <a:rPr lang="en-US" sz="1600" dirty="0" err="1">
                <a:solidFill>
                  <a:srgbClr val="183A62"/>
                </a:solidFill>
                <a:latin typeface="Aptos" panose="020B0004020202020204" pitchFamily="34" charset="0"/>
              </a:rPr>
              <a:t>Railcard</a:t>
            </a:r>
            <a:r>
              <a:rPr lang="en-US" sz="1600" dirty="0">
                <a:solidFill>
                  <a:srgbClr val="183A62"/>
                </a:solidFill>
                <a:latin typeface="Aptos" panose="020B0004020202020204" pitchFamily="34" charset="0"/>
              </a:rPr>
              <a:t> holders).</a:t>
            </a:r>
          </a:p>
          <a:p>
            <a:pPr marL="0" indent="0">
              <a:buNone/>
            </a:pPr>
            <a:endParaRPr lang="en-US" sz="1600" b="1" dirty="0">
              <a:solidFill>
                <a:srgbClr val="183A62"/>
              </a:solidFill>
              <a:latin typeface="Aptos" panose="020B0004020202020204" pitchFamily="34" charset="0"/>
            </a:endParaRPr>
          </a:p>
          <a:p>
            <a:endParaRPr lang="en-US" sz="1600" dirty="0"/>
          </a:p>
        </p:txBody>
      </p:sp>
      <p:sp>
        <p:nvSpPr>
          <p:cNvPr id="3" name="Title 1">
            <a:extLst>
              <a:ext uri="{FF2B5EF4-FFF2-40B4-BE49-F238E27FC236}">
                <a16:creationId xmlns:a16="http://schemas.microsoft.com/office/drawing/2014/main" id="{A1BD52BB-4246-97D4-DA57-D30DEADC471E}"/>
              </a:ext>
            </a:extLst>
          </p:cNvPr>
          <p:cNvSpPr txBox="1">
            <a:spLocks/>
          </p:cNvSpPr>
          <p:nvPr/>
        </p:nvSpPr>
        <p:spPr>
          <a:xfrm>
            <a:off x="404305" y="94102"/>
            <a:ext cx="10817352" cy="958480"/>
          </a:xfrm>
          <a:prstGeom prst="rect">
            <a:avLst/>
          </a:prstGeom>
        </p:spPr>
        <p:txBody>
          <a:bodyPr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b="1" dirty="0">
                <a:solidFill>
                  <a:srgbClr val="183A62"/>
                </a:solidFill>
                <a:latin typeface="Aptos" panose="020B0004020202020204" pitchFamily="34" charset="0"/>
              </a:rPr>
              <a:t>Technical Deep Dive</a:t>
            </a:r>
          </a:p>
        </p:txBody>
      </p:sp>
      <p:sp>
        <p:nvSpPr>
          <p:cNvPr id="8" name="Title 1">
            <a:extLst>
              <a:ext uri="{FF2B5EF4-FFF2-40B4-BE49-F238E27FC236}">
                <a16:creationId xmlns:a16="http://schemas.microsoft.com/office/drawing/2014/main" id="{B20C23D5-7763-9D26-E2CC-C31C8C9AEA96}"/>
              </a:ext>
            </a:extLst>
          </p:cNvPr>
          <p:cNvSpPr txBox="1">
            <a:spLocks/>
          </p:cNvSpPr>
          <p:nvPr/>
        </p:nvSpPr>
        <p:spPr>
          <a:xfrm>
            <a:off x="687324" y="1308294"/>
            <a:ext cx="10817352" cy="417903"/>
          </a:xfrm>
          <a:prstGeom prst="rect">
            <a:avLst/>
          </a:prstGeom>
        </p:spPr>
        <p:txBody>
          <a:bodyPr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000" b="1" dirty="0">
                <a:solidFill>
                  <a:srgbClr val="183A62"/>
                </a:solidFill>
                <a:latin typeface="Aptos" panose="020B0004020202020204" pitchFamily="34" charset="0"/>
              </a:rPr>
              <a:t>DAX Measures Overview</a:t>
            </a:r>
          </a:p>
        </p:txBody>
      </p:sp>
    </p:spTree>
    <p:extLst>
      <p:ext uri="{BB962C8B-B14F-4D97-AF65-F5344CB8AC3E}">
        <p14:creationId xmlns:p14="http://schemas.microsoft.com/office/powerpoint/2010/main" val="3048194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4793458-07CA-9663-848A-50F1B0A36AB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F7BF9E7-00AC-5433-27E2-3342125C7576}"/>
              </a:ext>
            </a:extLst>
          </p:cNvPr>
          <p:cNvPicPr>
            <a:picLocks noChangeAspect="1"/>
          </p:cNvPicPr>
          <p:nvPr/>
        </p:nvPicPr>
        <p:blipFill>
          <a:blip r:embed="rId3">
            <a:extLst>
              <a:ext uri="{28A0092B-C50C-407E-A947-70E740481C1C}">
                <a14:useLocalDpi xmlns:a14="http://schemas.microsoft.com/office/drawing/2010/main" val="0"/>
              </a:ext>
            </a:extLst>
          </a:blip>
          <a:srcRect b="593"/>
          <a:stretch>
            <a:fillRect/>
          </a:stretch>
        </p:blipFill>
        <p:spPr>
          <a:xfrm>
            <a:off x="1025073" y="1677627"/>
            <a:ext cx="10141854" cy="4982099"/>
          </a:xfrm>
          <a:prstGeom prst="rect">
            <a:avLst/>
          </a:prstGeom>
        </p:spPr>
      </p:pic>
      <p:sp>
        <p:nvSpPr>
          <p:cNvPr id="16" name="Content Placeholder 3">
            <a:extLst>
              <a:ext uri="{FF2B5EF4-FFF2-40B4-BE49-F238E27FC236}">
                <a16:creationId xmlns:a16="http://schemas.microsoft.com/office/drawing/2014/main" id="{50B4D1B9-2044-6E24-0C9B-F57F970E3319}"/>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36620" y="1052582"/>
            <a:ext cx="2952722" cy="404412"/>
          </a:xfrm>
          <a:prstGeom prst="rect">
            <a:avLst/>
          </a:prstGeom>
        </p:spPr>
        <p:txBody>
          <a:bodyPr anchor="b">
            <a:normAutofit/>
          </a:bodyPr>
          <a:lstStyle>
            <a:defPPr>
              <a:defRPr lang="en-US"/>
            </a:defPPr>
            <a:lvl1pPr>
              <a:spcBef>
                <a:spcPct val="0"/>
              </a:spcBef>
              <a:buNone/>
              <a:defRPr sz="2800">
                <a:solidFill>
                  <a:srgbClr val="183A62"/>
                </a:solidFill>
                <a:latin typeface="Aptos" panose="020B0004020202020204" pitchFamily="34" charset="0"/>
                <a:ea typeface="+mj-ea"/>
                <a:cs typeface="+mj-cs"/>
              </a:defRPr>
            </a:lvl1pPr>
            <a:lvl2pPr marL="4572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lang="en-US"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000" b="1" dirty="0"/>
              <a:t>Intro Page</a:t>
            </a:r>
          </a:p>
        </p:txBody>
      </p:sp>
      <p:sp>
        <p:nvSpPr>
          <p:cNvPr id="19" name="Title 1">
            <a:extLst>
              <a:ext uri="{FF2B5EF4-FFF2-40B4-BE49-F238E27FC236}">
                <a16:creationId xmlns:a16="http://schemas.microsoft.com/office/drawing/2014/main" id="{40ED6D84-FDBF-25D0-8A53-8AB933C0F86F}"/>
              </a:ext>
            </a:extLst>
          </p:cNvPr>
          <p:cNvSpPr txBox="1">
            <a:spLocks/>
          </p:cNvSpPr>
          <p:nvPr/>
        </p:nvSpPr>
        <p:spPr>
          <a:xfrm>
            <a:off x="404305" y="94102"/>
            <a:ext cx="10817352" cy="958480"/>
          </a:xfrm>
          <a:prstGeom prst="rect">
            <a:avLst/>
          </a:prstGeom>
        </p:spPr>
        <p:txBody>
          <a:bodyPr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b="1" dirty="0">
                <a:solidFill>
                  <a:srgbClr val="183A62"/>
                </a:solidFill>
                <a:latin typeface="Aptos" panose="020B0004020202020204" pitchFamily="34" charset="0"/>
              </a:rPr>
              <a:t>Dashboard Walkthrough</a:t>
            </a:r>
          </a:p>
        </p:txBody>
      </p:sp>
    </p:spTree>
    <p:extLst>
      <p:ext uri="{BB962C8B-B14F-4D97-AF65-F5344CB8AC3E}">
        <p14:creationId xmlns:p14="http://schemas.microsoft.com/office/powerpoint/2010/main" val="8584372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anim calcmode="lin" valueType="num">
                                      <p:cBhvr>
                                        <p:cTn id="8" dur="250" fill="hold"/>
                                        <p:tgtEl>
                                          <p:spTgt spid="16"/>
                                        </p:tgtEl>
                                        <p:attrNameLst>
                                          <p:attrName>ppt_x</p:attrName>
                                        </p:attrNameLst>
                                      </p:cBhvr>
                                      <p:tavLst>
                                        <p:tav tm="0">
                                          <p:val>
                                            <p:strVal val="#ppt_x"/>
                                          </p:val>
                                        </p:tav>
                                        <p:tav tm="100000">
                                          <p:val>
                                            <p:strVal val="#ppt_x"/>
                                          </p:val>
                                        </p:tav>
                                      </p:tavLst>
                                    </p:anim>
                                    <p:anim calcmode="lin" valueType="num">
                                      <p:cBhvr>
                                        <p:cTn id="9" dur="25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60E58A0-6460-38D5-787E-602BA32E9F5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7883FBE-6371-1D98-824E-C9CB4FE85C65}"/>
              </a:ext>
            </a:extLst>
          </p:cNvPr>
          <p:cNvPicPr>
            <a:picLocks noChangeAspect="1"/>
          </p:cNvPicPr>
          <p:nvPr/>
        </p:nvPicPr>
        <p:blipFill>
          <a:blip r:embed="rId3">
            <a:extLst>
              <a:ext uri="{28A0092B-C50C-407E-A947-70E740481C1C}">
                <a14:useLocalDpi xmlns:a14="http://schemas.microsoft.com/office/drawing/2010/main" val="0"/>
              </a:ext>
            </a:extLst>
          </a:blip>
          <a:srcRect t="74" b="152"/>
          <a:stretch>
            <a:fillRect/>
          </a:stretch>
        </p:blipFill>
        <p:spPr>
          <a:xfrm>
            <a:off x="1025073" y="1597308"/>
            <a:ext cx="10141854" cy="5046562"/>
          </a:xfrm>
          <a:prstGeom prst="rect">
            <a:avLst/>
          </a:prstGeom>
        </p:spPr>
      </p:pic>
      <p:sp>
        <p:nvSpPr>
          <p:cNvPr id="4" name="Content Placeholder 3">
            <a:extLst>
              <a:ext uri="{FF2B5EF4-FFF2-40B4-BE49-F238E27FC236}">
                <a16:creationId xmlns:a16="http://schemas.microsoft.com/office/drawing/2014/main" id="{6F8A22FF-0D66-81C5-9937-4EC76FD64F50}"/>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36620" y="1052582"/>
            <a:ext cx="2952722" cy="404412"/>
          </a:xfrm>
          <a:prstGeom prst="rect">
            <a:avLst/>
          </a:prstGeom>
        </p:spPr>
        <p:txBody>
          <a:bodyPr anchor="b">
            <a:normAutofit/>
          </a:bodyPr>
          <a:lstStyle>
            <a:defPPr>
              <a:defRPr lang="en-US"/>
            </a:defPPr>
            <a:lvl1pPr>
              <a:spcBef>
                <a:spcPct val="0"/>
              </a:spcBef>
              <a:buNone/>
              <a:defRPr sz="2800">
                <a:solidFill>
                  <a:srgbClr val="183A62"/>
                </a:solidFill>
                <a:latin typeface="Aptos" panose="020B0004020202020204" pitchFamily="34" charset="0"/>
                <a:ea typeface="+mj-ea"/>
                <a:cs typeface="+mj-cs"/>
              </a:defRPr>
            </a:lvl1pPr>
            <a:lvl2pPr marL="4572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lang="en-US"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000" b="1" dirty="0"/>
              <a:t>Executive Summery</a:t>
            </a:r>
          </a:p>
        </p:txBody>
      </p:sp>
      <p:sp>
        <p:nvSpPr>
          <p:cNvPr id="6" name="Title 1">
            <a:extLst>
              <a:ext uri="{FF2B5EF4-FFF2-40B4-BE49-F238E27FC236}">
                <a16:creationId xmlns:a16="http://schemas.microsoft.com/office/drawing/2014/main" id="{CC46D0EA-0B0F-E390-DC34-95CA1EEAD2FF}"/>
              </a:ext>
            </a:extLst>
          </p:cNvPr>
          <p:cNvSpPr txBox="1">
            <a:spLocks/>
          </p:cNvSpPr>
          <p:nvPr/>
        </p:nvSpPr>
        <p:spPr>
          <a:xfrm>
            <a:off x="404305" y="94102"/>
            <a:ext cx="10817352" cy="958480"/>
          </a:xfrm>
          <a:prstGeom prst="rect">
            <a:avLst/>
          </a:prstGeom>
        </p:spPr>
        <p:txBody>
          <a:bodyPr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b="1" dirty="0">
                <a:solidFill>
                  <a:srgbClr val="183A62"/>
                </a:solidFill>
                <a:latin typeface="Aptos" panose="020B0004020202020204" pitchFamily="34" charset="0"/>
              </a:rPr>
              <a:t>Dashboard Walkthrough</a:t>
            </a:r>
          </a:p>
        </p:txBody>
      </p:sp>
    </p:spTree>
    <p:extLst>
      <p:ext uri="{BB962C8B-B14F-4D97-AF65-F5344CB8AC3E}">
        <p14:creationId xmlns:p14="http://schemas.microsoft.com/office/powerpoint/2010/main" val="35843059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F31DCE3-DA5B-53B0-F360-EE65284D6F9B}"/>
            </a:ext>
          </a:extLst>
        </p:cNvPr>
        <p:cNvGrpSpPr/>
        <p:nvPr/>
      </p:nvGrpSpPr>
      <p:grpSpPr>
        <a:xfrm>
          <a:off x="0" y="0"/>
          <a:ext cx="0" cy="0"/>
          <a:chOff x="0" y="0"/>
          <a:chExt cx="0" cy="0"/>
        </a:xfrm>
      </p:grpSpPr>
      <p:sp>
        <p:nvSpPr>
          <p:cNvPr id="3" name="Content Placeholder 3">
            <a:extLst>
              <a:ext uri="{FF2B5EF4-FFF2-40B4-BE49-F238E27FC236}">
                <a16:creationId xmlns:a16="http://schemas.microsoft.com/office/drawing/2014/main" id="{99F1C5DC-D5A0-1199-3976-5D4316AE8EBD}"/>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00601" y="1078014"/>
            <a:ext cx="2952722" cy="519294"/>
          </a:xfrm>
          <a:prstGeom prst="rect">
            <a:avLst/>
          </a:prstGeom>
        </p:spPr>
        <p:txBody>
          <a:bodyPr vert="horz" lIns="91440" tIns="45720" rIns="91440" bIns="45720" rtlCol="0">
            <a:noAutofit/>
          </a:bodyPr>
          <a:lstStyle>
            <a:lvl1pPr marL="228600" indent="-228600" algn="l" defTabSz="914400" rtl="0" eaLnBrk="1" latinLnBrk="0" hangingPunct="1">
              <a:lnSpc>
                <a:spcPct val="130000"/>
              </a:lnSpc>
              <a:spcBef>
                <a:spcPts val="1000"/>
              </a:spcBef>
              <a:buFont typeface="Arial" panose="020B0604020202020204" pitchFamily="34" charset="0"/>
              <a:buChar char="•"/>
              <a:defRPr lang="en-US" sz="1400" kern="1200" smtClean="0">
                <a:solidFill>
                  <a:schemeClr val="tx1"/>
                </a:solidFill>
                <a:latin typeface="+mn-lt"/>
                <a:ea typeface="+mn-ea"/>
                <a:cs typeface="+mn-cs"/>
              </a:defRPr>
            </a:lvl1pPr>
            <a:lvl2pPr marL="4572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lang="en-US"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base">
              <a:buNone/>
            </a:pPr>
            <a:endParaRPr lang="en-US" sz="2000" dirty="0">
              <a:solidFill>
                <a:srgbClr val="183A62"/>
              </a:solidFill>
            </a:endParaRPr>
          </a:p>
        </p:txBody>
      </p:sp>
      <p:sp>
        <p:nvSpPr>
          <p:cNvPr id="7" name="Content Placeholder 3">
            <a:extLst>
              <a:ext uri="{FF2B5EF4-FFF2-40B4-BE49-F238E27FC236}">
                <a16:creationId xmlns:a16="http://schemas.microsoft.com/office/drawing/2014/main" id="{6F8A76B4-7B8C-F0BC-9D43-BD3D4C40A649}"/>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36620" y="1052582"/>
            <a:ext cx="2952722" cy="404412"/>
          </a:xfrm>
          <a:prstGeom prst="rect">
            <a:avLst/>
          </a:prstGeom>
        </p:spPr>
        <p:txBody>
          <a:bodyPr anchor="b">
            <a:normAutofit/>
          </a:bodyPr>
          <a:lstStyle>
            <a:defPPr>
              <a:defRPr lang="en-US"/>
            </a:defPPr>
            <a:lvl1pPr>
              <a:spcBef>
                <a:spcPct val="0"/>
              </a:spcBef>
              <a:buNone/>
              <a:defRPr sz="2800">
                <a:solidFill>
                  <a:srgbClr val="183A62"/>
                </a:solidFill>
                <a:latin typeface="Aptos" panose="020B0004020202020204" pitchFamily="34" charset="0"/>
                <a:ea typeface="+mj-ea"/>
                <a:cs typeface="+mj-cs"/>
              </a:defRPr>
            </a:lvl1pPr>
            <a:lvl2pPr marL="4572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lang="en-US"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000" b="1" dirty="0"/>
              <a:t>Flow Analysis</a:t>
            </a:r>
          </a:p>
        </p:txBody>
      </p:sp>
      <p:sp>
        <p:nvSpPr>
          <p:cNvPr id="8" name="Title 1">
            <a:extLst>
              <a:ext uri="{FF2B5EF4-FFF2-40B4-BE49-F238E27FC236}">
                <a16:creationId xmlns:a16="http://schemas.microsoft.com/office/drawing/2014/main" id="{35664230-5ABC-B42D-70FD-F18DFE2E0C57}"/>
              </a:ext>
            </a:extLst>
          </p:cNvPr>
          <p:cNvSpPr txBox="1">
            <a:spLocks/>
          </p:cNvSpPr>
          <p:nvPr/>
        </p:nvSpPr>
        <p:spPr>
          <a:xfrm>
            <a:off x="404305" y="94102"/>
            <a:ext cx="10817352" cy="958480"/>
          </a:xfrm>
          <a:prstGeom prst="rect">
            <a:avLst/>
          </a:prstGeom>
        </p:spPr>
        <p:txBody>
          <a:bodyPr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b="1" dirty="0">
                <a:solidFill>
                  <a:srgbClr val="183A62"/>
                </a:solidFill>
                <a:latin typeface="Aptos" panose="020B0004020202020204" pitchFamily="34" charset="0"/>
              </a:rPr>
              <a:t>Dashboard Walkthrough</a:t>
            </a:r>
          </a:p>
        </p:txBody>
      </p:sp>
      <p:pic>
        <p:nvPicPr>
          <p:cNvPr id="12" name="Picture 11">
            <a:extLst>
              <a:ext uri="{FF2B5EF4-FFF2-40B4-BE49-F238E27FC236}">
                <a16:creationId xmlns:a16="http://schemas.microsoft.com/office/drawing/2014/main" id="{5BC61041-A2E1-227F-1B5B-40832E013194}"/>
              </a:ext>
            </a:extLst>
          </p:cNvPr>
          <p:cNvPicPr>
            <a:picLocks noChangeAspect="1"/>
          </p:cNvPicPr>
          <p:nvPr/>
        </p:nvPicPr>
        <p:blipFill>
          <a:blip r:embed="rId3">
            <a:extLst>
              <a:ext uri="{28A0092B-C50C-407E-A947-70E740481C1C}">
                <a14:useLocalDpi xmlns:a14="http://schemas.microsoft.com/office/drawing/2010/main" val="0"/>
              </a:ext>
            </a:extLst>
          </a:blip>
          <a:srcRect t="-114" b="-724"/>
          <a:stretch>
            <a:fillRect/>
          </a:stretch>
        </p:blipFill>
        <p:spPr>
          <a:xfrm>
            <a:off x="1025073" y="1622740"/>
            <a:ext cx="10141854" cy="5011836"/>
          </a:xfrm>
          <a:prstGeom prst="rect">
            <a:avLst/>
          </a:prstGeom>
        </p:spPr>
      </p:pic>
    </p:spTree>
    <p:extLst>
      <p:ext uri="{BB962C8B-B14F-4D97-AF65-F5344CB8AC3E}">
        <p14:creationId xmlns:p14="http://schemas.microsoft.com/office/powerpoint/2010/main" val="34238807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nodePh="1">
                                  <p:stCondLst>
                                    <p:cond delay="250"/>
                                  </p:stCondLst>
                                  <p:endCondLst>
                                    <p:cond evt="begin" delay="0">
                                      <p:tn val="5"/>
                                    </p:cond>
                                  </p:end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iterate>
                                    <p:tmPct val="10000"/>
                                  </p:iterate>
                                  <p:childTnLst>
                                    <p:set>
                                      <p:cBhvr>
                                        <p:cTn id="11" dur="1" fill="hold">
                                          <p:stCondLst>
                                            <p:cond delay="0"/>
                                          </p:stCondLst>
                                        </p:cTn>
                                        <p:tgtEl>
                                          <p:spTgt spid="7"/>
                                        </p:tgtEl>
                                        <p:attrNameLst>
                                          <p:attrName>style.visibility</p:attrName>
                                        </p:attrNameLst>
                                      </p:cBhvr>
                                      <p:to>
                                        <p:strVal val="visible"/>
                                      </p:to>
                                    </p:set>
                                    <p:animEffect transition="in" filter="fade">
                                      <p:cBhvr>
                                        <p:cTn id="12" dur="250"/>
                                        <p:tgtEl>
                                          <p:spTgt spid="7"/>
                                        </p:tgtEl>
                                      </p:cBhvr>
                                    </p:animEffect>
                                    <p:anim calcmode="lin" valueType="num">
                                      <p:cBhvr>
                                        <p:cTn id="13" dur="250" fill="hold"/>
                                        <p:tgtEl>
                                          <p:spTgt spid="7"/>
                                        </p:tgtEl>
                                        <p:attrNameLst>
                                          <p:attrName>ppt_x</p:attrName>
                                        </p:attrNameLst>
                                      </p:cBhvr>
                                      <p:tavLst>
                                        <p:tav tm="0">
                                          <p:val>
                                            <p:strVal val="#ppt_x"/>
                                          </p:val>
                                        </p:tav>
                                        <p:tav tm="100000">
                                          <p:val>
                                            <p:strVal val="#ppt_x"/>
                                          </p:val>
                                        </p:tav>
                                      </p:tavLst>
                                    </p:anim>
                                    <p:anim calcmode="lin" valueType="num">
                                      <p:cBhvr>
                                        <p:cTn id="14"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06C66C3-1AE0-4AEF-6038-F6863E943D6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FBD8DCB-C21B-0816-C1F7-FCEA194044ED}"/>
              </a:ext>
            </a:extLst>
          </p:cNvPr>
          <p:cNvPicPr>
            <a:picLocks noChangeAspect="1"/>
          </p:cNvPicPr>
          <p:nvPr/>
        </p:nvPicPr>
        <p:blipFill>
          <a:blip r:embed="rId3">
            <a:extLst>
              <a:ext uri="{28A0092B-C50C-407E-A947-70E740481C1C}">
                <a14:useLocalDpi xmlns:a14="http://schemas.microsoft.com/office/drawing/2010/main" val="0"/>
              </a:ext>
            </a:extLst>
          </a:blip>
          <a:srcRect t="-95" b="-298"/>
          <a:stretch>
            <a:fillRect/>
          </a:stretch>
        </p:blipFill>
        <p:spPr>
          <a:xfrm>
            <a:off x="1025073" y="1597308"/>
            <a:ext cx="10141854" cy="5023412"/>
          </a:xfrm>
          <a:prstGeom prst="rect">
            <a:avLst/>
          </a:prstGeom>
        </p:spPr>
      </p:pic>
      <p:sp>
        <p:nvSpPr>
          <p:cNvPr id="3" name="Content Placeholder 3">
            <a:extLst>
              <a:ext uri="{FF2B5EF4-FFF2-40B4-BE49-F238E27FC236}">
                <a16:creationId xmlns:a16="http://schemas.microsoft.com/office/drawing/2014/main" id="{332AF93E-5274-10B1-0FC2-1EDECF88B067}"/>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00601" y="1078014"/>
            <a:ext cx="2952722" cy="519294"/>
          </a:xfrm>
          <a:prstGeom prst="rect">
            <a:avLst/>
          </a:prstGeom>
        </p:spPr>
        <p:txBody>
          <a:bodyPr vert="horz" lIns="91440" tIns="45720" rIns="91440" bIns="45720" rtlCol="0">
            <a:noAutofit/>
          </a:bodyPr>
          <a:lstStyle>
            <a:lvl1pPr marL="228600" indent="-228600" algn="l" defTabSz="914400" rtl="0" eaLnBrk="1" latinLnBrk="0" hangingPunct="1">
              <a:lnSpc>
                <a:spcPct val="130000"/>
              </a:lnSpc>
              <a:spcBef>
                <a:spcPts val="1000"/>
              </a:spcBef>
              <a:buFont typeface="Arial" panose="020B0604020202020204" pitchFamily="34" charset="0"/>
              <a:buChar char="•"/>
              <a:defRPr lang="en-US" sz="1400" kern="1200" smtClean="0">
                <a:solidFill>
                  <a:schemeClr val="tx1"/>
                </a:solidFill>
                <a:latin typeface="+mn-lt"/>
                <a:ea typeface="+mn-ea"/>
                <a:cs typeface="+mn-cs"/>
              </a:defRPr>
            </a:lvl1pPr>
            <a:lvl2pPr marL="4572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lang="en-US"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base">
              <a:buNone/>
            </a:pPr>
            <a:endParaRPr lang="en-US" sz="2000" dirty="0">
              <a:solidFill>
                <a:srgbClr val="183A62"/>
              </a:solidFill>
            </a:endParaRPr>
          </a:p>
        </p:txBody>
      </p:sp>
      <p:sp>
        <p:nvSpPr>
          <p:cNvPr id="7" name="Content Placeholder 3">
            <a:extLst>
              <a:ext uri="{FF2B5EF4-FFF2-40B4-BE49-F238E27FC236}">
                <a16:creationId xmlns:a16="http://schemas.microsoft.com/office/drawing/2014/main" id="{5F7FFE72-625F-E35E-315B-A55355E9B497}"/>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36620" y="1052582"/>
            <a:ext cx="2952722" cy="404412"/>
          </a:xfrm>
          <a:prstGeom prst="rect">
            <a:avLst/>
          </a:prstGeom>
        </p:spPr>
        <p:txBody>
          <a:bodyPr anchor="b">
            <a:normAutofit/>
          </a:bodyPr>
          <a:lstStyle>
            <a:defPPr>
              <a:defRPr lang="en-US"/>
            </a:defPPr>
            <a:lvl1pPr>
              <a:spcBef>
                <a:spcPct val="0"/>
              </a:spcBef>
              <a:buNone/>
              <a:defRPr sz="2800">
                <a:solidFill>
                  <a:srgbClr val="183A62"/>
                </a:solidFill>
                <a:latin typeface="Aptos" panose="020B0004020202020204" pitchFamily="34" charset="0"/>
                <a:ea typeface="+mj-ea"/>
                <a:cs typeface="+mj-cs"/>
              </a:defRPr>
            </a:lvl1pPr>
            <a:lvl2pPr marL="4572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lang="en-US"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000" b="1" dirty="0"/>
              <a:t>Rail Performance</a:t>
            </a:r>
          </a:p>
        </p:txBody>
      </p:sp>
      <p:sp>
        <p:nvSpPr>
          <p:cNvPr id="8" name="Title 1">
            <a:extLst>
              <a:ext uri="{FF2B5EF4-FFF2-40B4-BE49-F238E27FC236}">
                <a16:creationId xmlns:a16="http://schemas.microsoft.com/office/drawing/2014/main" id="{B1B76E74-00FD-6DB6-59AC-A4238102712C}"/>
              </a:ext>
            </a:extLst>
          </p:cNvPr>
          <p:cNvSpPr txBox="1">
            <a:spLocks/>
          </p:cNvSpPr>
          <p:nvPr/>
        </p:nvSpPr>
        <p:spPr>
          <a:xfrm>
            <a:off x="404305" y="94102"/>
            <a:ext cx="10817352" cy="958480"/>
          </a:xfrm>
          <a:prstGeom prst="rect">
            <a:avLst/>
          </a:prstGeom>
        </p:spPr>
        <p:txBody>
          <a:bodyPr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b="1" dirty="0">
                <a:solidFill>
                  <a:srgbClr val="183A62"/>
                </a:solidFill>
                <a:latin typeface="Aptos" panose="020B0004020202020204" pitchFamily="34" charset="0"/>
              </a:rPr>
              <a:t>Dashboard Walkthrough</a:t>
            </a:r>
          </a:p>
        </p:txBody>
      </p:sp>
    </p:spTree>
    <p:extLst>
      <p:ext uri="{BB962C8B-B14F-4D97-AF65-F5344CB8AC3E}">
        <p14:creationId xmlns:p14="http://schemas.microsoft.com/office/powerpoint/2010/main" val="9938015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nodePh="1">
                                  <p:stCondLst>
                                    <p:cond delay="250"/>
                                  </p:stCondLst>
                                  <p:endCondLst>
                                    <p:cond evt="begin" delay="0">
                                      <p:tn val="5"/>
                                    </p:cond>
                                  </p:end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iterate>
                                    <p:tmPct val="10000"/>
                                  </p:iterate>
                                  <p:childTnLst>
                                    <p:set>
                                      <p:cBhvr>
                                        <p:cTn id="11" dur="1" fill="hold">
                                          <p:stCondLst>
                                            <p:cond delay="0"/>
                                          </p:stCondLst>
                                        </p:cTn>
                                        <p:tgtEl>
                                          <p:spTgt spid="7"/>
                                        </p:tgtEl>
                                        <p:attrNameLst>
                                          <p:attrName>style.visibility</p:attrName>
                                        </p:attrNameLst>
                                      </p:cBhvr>
                                      <p:to>
                                        <p:strVal val="visible"/>
                                      </p:to>
                                    </p:set>
                                    <p:animEffect transition="in" filter="fade">
                                      <p:cBhvr>
                                        <p:cTn id="12" dur="250"/>
                                        <p:tgtEl>
                                          <p:spTgt spid="7"/>
                                        </p:tgtEl>
                                      </p:cBhvr>
                                    </p:animEffect>
                                    <p:anim calcmode="lin" valueType="num">
                                      <p:cBhvr>
                                        <p:cTn id="13" dur="250" fill="hold"/>
                                        <p:tgtEl>
                                          <p:spTgt spid="7"/>
                                        </p:tgtEl>
                                        <p:attrNameLst>
                                          <p:attrName>ppt_x</p:attrName>
                                        </p:attrNameLst>
                                      </p:cBhvr>
                                      <p:tavLst>
                                        <p:tav tm="0">
                                          <p:val>
                                            <p:strVal val="#ppt_x"/>
                                          </p:val>
                                        </p:tav>
                                        <p:tav tm="100000">
                                          <p:val>
                                            <p:strVal val="#ppt_x"/>
                                          </p:val>
                                        </p:tav>
                                      </p:tavLst>
                                    </p:anim>
                                    <p:anim calcmode="lin" valueType="num">
                                      <p:cBhvr>
                                        <p:cTn id="14"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FC7A740-4EFB-6238-786C-098EE9F87CD9}"/>
            </a:ext>
          </a:extLst>
        </p:cNvPr>
        <p:cNvGrpSpPr/>
        <p:nvPr/>
      </p:nvGrpSpPr>
      <p:grpSpPr>
        <a:xfrm>
          <a:off x="0" y="0"/>
          <a:ext cx="0" cy="0"/>
          <a:chOff x="0" y="0"/>
          <a:chExt cx="0" cy="0"/>
        </a:xfrm>
      </p:grpSpPr>
      <p:sp>
        <p:nvSpPr>
          <p:cNvPr id="3" name="Content Placeholder 3">
            <a:extLst>
              <a:ext uri="{FF2B5EF4-FFF2-40B4-BE49-F238E27FC236}">
                <a16:creationId xmlns:a16="http://schemas.microsoft.com/office/drawing/2014/main" id="{3F81FB76-2291-7F3B-CA03-7BF7E81544E1}"/>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00601" y="1078014"/>
            <a:ext cx="2952722" cy="519294"/>
          </a:xfrm>
          <a:prstGeom prst="rect">
            <a:avLst/>
          </a:prstGeom>
        </p:spPr>
        <p:txBody>
          <a:bodyPr vert="horz" lIns="91440" tIns="45720" rIns="91440" bIns="45720" rtlCol="0">
            <a:noAutofit/>
          </a:bodyPr>
          <a:lstStyle>
            <a:lvl1pPr marL="228600" indent="-228600" algn="l" defTabSz="914400" rtl="0" eaLnBrk="1" latinLnBrk="0" hangingPunct="1">
              <a:lnSpc>
                <a:spcPct val="130000"/>
              </a:lnSpc>
              <a:spcBef>
                <a:spcPts val="1000"/>
              </a:spcBef>
              <a:buFont typeface="Arial" panose="020B0604020202020204" pitchFamily="34" charset="0"/>
              <a:buChar char="•"/>
              <a:defRPr lang="en-US" sz="1400" kern="1200" smtClean="0">
                <a:solidFill>
                  <a:schemeClr val="tx1"/>
                </a:solidFill>
                <a:latin typeface="+mn-lt"/>
                <a:ea typeface="+mn-ea"/>
                <a:cs typeface="+mn-cs"/>
              </a:defRPr>
            </a:lvl1pPr>
            <a:lvl2pPr marL="4572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lang="en-US"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base">
              <a:buNone/>
            </a:pPr>
            <a:endParaRPr lang="en-US" sz="2000" dirty="0">
              <a:solidFill>
                <a:srgbClr val="183A62"/>
              </a:solidFill>
            </a:endParaRPr>
          </a:p>
        </p:txBody>
      </p:sp>
      <p:sp>
        <p:nvSpPr>
          <p:cNvPr id="4" name="Content Placeholder 3">
            <a:extLst>
              <a:ext uri="{FF2B5EF4-FFF2-40B4-BE49-F238E27FC236}">
                <a16:creationId xmlns:a16="http://schemas.microsoft.com/office/drawing/2014/main" id="{D28142F6-AC60-3C86-E1CF-CCF24B886DE4}"/>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36620" y="1052582"/>
            <a:ext cx="2952722" cy="404412"/>
          </a:xfrm>
          <a:prstGeom prst="rect">
            <a:avLst/>
          </a:prstGeom>
        </p:spPr>
        <p:txBody>
          <a:bodyPr anchor="b">
            <a:normAutofit/>
          </a:bodyPr>
          <a:lstStyle>
            <a:defPPr>
              <a:defRPr lang="en-US"/>
            </a:defPPr>
            <a:lvl1pPr>
              <a:spcBef>
                <a:spcPct val="0"/>
              </a:spcBef>
              <a:buNone/>
              <a:defRPr sz="2800">
                <a:solidFill>
                  <a:srgbClr val="183A62"/>
                </a:solidFill>
                <a:latin typeface="Aptos" panose="020B0004020202020204" pitchFamily="34" charset="0"/>
                <a:ea typeface="+mj-ea"/>
                <a:cs typeface="+mj-cs"/>
              </a:defRPr>
            </a:lvl1pPr>
            <a:lvl2pPr marL="4572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lang="en-US"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000" b="1" dirty="0"/>
              <a:t>Sales Analysis</a:t>
            </a:r>
          </a:p>
        </p:txBody>
      </p:sp>
      <p:sp>
        <p:nvSpPr>
          <p:cNvPr id="6" name="Title 1">
            <a:extLst>
              <a:ext uri="{FF2B5EF4-FFF2-40B4-BE49-F238E27FC236}">
                <a16:creationId xmlns:a16="http://schemas.microsoft.com/office/drawing/2014/main" id="{CC3351FF-A550-9083-9B95-1DFC749526BB}"/>
              </a:ext>
            </a:extLst>
          </p:cNvPr>
          <p:cNvSpPr txBox="1">
            <a:spLocks/>
          </p:cNvSpPr>
          <p:nvPr/>
        </p:nvSpPr>
        <p:spPr>
          <a:xfrm>
            <a:off x="404305" y="94102"/>
            <a:ext cx="10817352" cy="958480"/>
          </a:xfrm>
          <a:prstGeom prst="rect">
            <a:avLst/>
          </a:prstGeom>
        </p:spPr>
        <p:txBody>
          <a:bodyPr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b="1" dirty="0">
                <a:solidFill>
                  <a:srgbClr val="183A62"/>
                </a:solidFill>
                <a:latin typeface="Aptos" panose="020B0004020202020204" pitchFamily="34" charset="0"/>
              </a:rPr>
              <a:t>Dashboard Walkthrough</a:t>
            </a:r>
          </a:p>
        </p:txBody>
      </p:sp>
      <p:pic>
        <p:nvPicPr>
          <p:cNvPr id="11" name="Picture 10">
            <a:extLst>
              <a:ext uri="{FF2B5EF4-FFF2-40B4-BE49-F238E27FC236}">
                <a16:creationId xmlns:a16="http://schemas.microsoft.com/office/drawing/2014/main" id="{48CC58AC-F7C9-C7EC-1A93-3C6566DCFF24}"/>
              </a:ext>
            </a:extLst>
          </p:cNvPr>
          <p:cNvPicPr>
            <a:picLocks noChangeAspect="1"/>
          </p:cNvPicPr>
          <p:nvPr/>
        </p:nvPicPr>
        <p:blipFill>
          <a:blip r:embed="rId3">
            <a:extLst>
              <a:ext uri="{28A0092B-C50C-407E-A947-70E740481C1C}">
                <a14:useLocalDpi xmlns:a14="http://schemas.microsoft.com/office/drawing/2010/main" val="0"/>
              </a:ext>
            </a:extLst>
          </a:blip>
          <a:srcRect t="141" b="-674"/>
          <a:stretch>
            <a:fillRect/>
          </a:stretch>
        </p:blipFill>
        <p:spPr>
          <a:xfrm>
            <a:off x="1025073" y="1622740"/>
            <a:ext cx="10141854" cy="5023412"/>
          </a:xfrm>
          <a:prstGeom prst="rect">
            <a:avLst/>
          </a:prstGeom>
        </p:spPr>
      </p:pic>
    </p:spTree>
    <p:extLst>
      <p:ext uri="{BB962C8B-B14F-4D97-AF65-F5344CB8AC3E}">
        <p14:creationId xmlns:p14="http://schemas.microsoft.com/office/powerpoint/2010/main" val="41944263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nodePh="1">
                                  <p:stCondLst>
                                    <p:cond delay="250"/>
                                  </p:stCondLst>
                                  <p:endCondLst>
                                    <p:cond evt="begin" delay="0">
                                      <p:tn val="5"/>
                                    </p:cond>
                                  </p:end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iterate>
                                    <p:tmPct val="10000"/>
                                  </p:iterate>
                                  <p:childTnLst>
                                    <p:set>
                                      <p:cBhvr>
                                        <p:cTn id="11" dur="1" fill="hold">
                                          <p:stCondLst>
                                            <p:cond delay="0"/>
                                          </p:stCondLst>
                                        </p:cTn>
                                        <p:tgtEl>
                                          <p:spTgt spid="4"/>
                                        </p:tgtEl>
                                        <p:attrNameLst>
                                          <p:attrName>style.visibility</p:attrName>
                                        </p:attrNameLst>
                                      </p:cBhvr>
                                      <p:to>
                                        <p:strVal val="visible"/>
                                      </p:to>
                                    </p:set>
                                    <p:animEffect transition="in" filter="fade">
                                      <p:cBhvr>
                                        <p:cTn id="12" dur="250"/>
                                        <p:tgtEl>
                                          <p:spTgt spid="4"/>
                                        </p:tgtEl>
                                      </p:cBhvr>
                                    </p:animEffect>
                                    <p:anim calcmode="lin" valueType="num">
                                      <p:cBhvr>
                                        <p:cTn id="13" dur="250" fill="hold"/>
                                        <p:tgtEl>
                                          <p:spTgt spid="4"/>
                                        </p:tgtEl>
                                        <p:attrNameLst>
                                          <p:attrName>ppt_x</p:attrName>
                                        </p:attrNameLst>
                                      </p:cBhvr>
                                      <p:tavLst>
                                        <p:tav tm="0">
                                          <p:val>
                                            <p:strVal val="#ppt_x"/>
                                          </p:val>
                                        </p:tav>
                                        <p:tav tm="100000">
                                          <p:val>
                                            <p:strVal val="#ppt_x"/>
                                          </p:val>
                                        </p:tav>
                                      </p:tavLst>
                                    </p:anim>
                                    <p:anim calcmode="lin" valueType="num">
                                      <p:cBhvr>
                                        <p:cTn id="14"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42F2670-9084-35D6-6583-D950747A7926}"/>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7A473FFE-C42A-87E0-ED3E-2190644566FC}"/>
              </a:ext>
            </a:extLst>
          </p:cNvPr>
          <p:cNvSpPr txBox="1">
            <a:spLocks/>
          </p:cNvSpPr>
          <p:nvPr/>
        </p:nvSpPr>
        <p:spPr>
          <a:xfrm>
            <a:off x="612648" y="253215"/>
            <a:ext cx="6812280" cy="879582"/>
          </a:xfrm>
          <a:prstGeom prst="rect">
            <a:avLst/>
          </a:prstGeom>
        </p:spPr>
        <p:txBody>
          <a:bodyPr vert="horz" lIns="91440" tIns="45720" rIns="91440" bIns="45720" rtlCol="0" anchor="b">
            <a:normAutofit/>
          </a:bodyPr>
          <a:lstStyle>
            <a:lvl1pPr algn="l" defTabSz="914400" rtl="0" eaLnBrk="1" latinLnBrk="0" hangingPunct="1">
              <a:lnSpc>
                <a:spcPct val="120000"/>
              </a:lnSpc>
              <a:spcBef>
                <a:spcPct val="0"/>
              </a:spcBef>
              <a:buNone/>
              <a:defRPr lang="en-US" sz="2800" b="1" kern="1200" cap="all" spc="500" baseline="0">
                <a:solidFill>
                  <a:schemeClr val="tx1"/>
                </a:solidFill>
                <a:latin typeface="+mj-lt"/>
                <a:ea typeface="+mj-ea"/>
                <a:cs typeface="+mj-cs"/>
              </a:defRPr>
            </a:lvl1pPr>
          </a:lstStyle>
          <a:p>
            <a:endParaRPr lang="en-US" sz="2400" dirty="0">
              <a:solidFill>
                <a:srgbClr val="183A62"/>
              </a:solidFill>
            </a:endParaRPr>
          </a:p>
        </p:txBody>
      </p:sp>
      <p:sp>
        <p:nvSpPr>
          <p:cNvPr id="6" name="Content Placeholder 3">
            <a:extLst>
              <a:ext uri="{FF2B5EF4-FFF2-40B4-BE49-F238E27FC236}">
                <a16:creationId xmlns:a16="http://schemas.microsoft.com/office/drawing/2014/main" id="{038992F3-293E-4237-C7A4-AE6CA5340639}"/>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8973" y="1410983"/>
            <a:ext cx="10932561" cy="4989819"/>
          </a:xfrm>
          <a:prstGeom prst="rect">
            <a:avLst/>
          </a:prstGeom>
        </p:spPr>
        <p:txBody>
          <a:bodyPr>
            <a:noAutofit/>
          </a:bodyPr>
          <a:lstStyle>
            <a:lvl1pPr marL="228600" indent="-228600" algn="l" defTabSz="914400" rtl="0" eaLnBrk="1" latinLnBrk="0" hangingPunct="1">
              <a:lnSpc>
                <a:spcPct val="130000"/>
              </a:lnSpc>
              <a:spcBef>
                <a:spcPts val="1000"/>
              </a:spcBef>
              <a:buFont typeface="Arial" panose="020B0604020202020204" pitchFamily="34" charset="0"/>
              <a:buChar char="•"/>
              <a:defRPr lang="en-US" sz="1400" kern="1200" smtClean="0">
                <a:solidFill>
                  <a:schemeClr val="tx1"/>
                </a:solidFill>
                <a:latin typeface="+mn-lt"/>
                <a:ea typeface="+mn-ea"/>
                <a:cs typeface="+mn-cs"/>
              </a:defRPr>
            </a:lvl1pPr>
            <a:lvl2pPr marL="4572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lang="en-US"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0" fontAlgn="base" hangingPunct="0">
              <a:lnSpc>
                <a:spcPct val="100000"/>
              </a:lnSpc>
              <a:spcBef>
                <a:spcPct val="0"/>
              </a:spcBef>
              <a:spcAft>
                <a:spcPts val="1200"/>
              </a:spcAft>
            </a:pPr>
            <a:r>
              <a:rPr lang="en-US" altLang="en-US" sz="2000" b="1" dirty="0">
                <a:solidFill>
                  <a:srgbClr val="183A62"/>
                </a:solidFill>
                <a:latin typeface="Aptos" panose="020B0004020202020204" pitchFamily="34" charset="0"/>
              </a:rPr>
              <a:t>Cancellation Crisis</a:t>
            </a:r>
            <a:r>
              <a:rPr lang="en-US" altLang="en-US" sz="1800" b="1" dirty="0">
                <a:solidFill>
                  <a:srgbClr val="183A62"/>
                </a:solidFill>
                <a:latin typeface="Aptos" panose="020B0004020202020204" pitchFamily="34" charset="0"/>
              </a:rPr>
              <a:t>:</a:t>
            </a:r>
            <a:r>
              <a:rPr lang="en-US" altLang="en-US" sz="1800" dirty="0">
                <a:solidFill>
                  <a:srgbClr val="183A62"/>
                </a:solidFill>
                <a:latin typeface="Aptos" panose="020B0004020202020204" pitchFamily="34" charset="0"/>
              </a:rPr>
              <a:t> The 5.94% cancellation rate </a:t>
            </a:r>
            <a:r>
              <a:rPr lang="en-US" altLang="en-US" sz="1800" b="1" dirty="0">
                <a:solidFill>
                  <a:srgbClr val="183A62"/>
                </a:solidFill>
                <a:latin typeface="Aptos" panose="020B0004020202020204" pitchFamily="34" charset="0"/>
              </a:rPr>
              <a:t>exceeds the 5.0% threshold</a:t>
            </a:r>
            <a:r>
              <a:rPr lang="en-US" altLang="en-US" sz="1800" dirty="0">
                <a:solidFill>
                  <a:srgbClr val="183A62"/>
                </a:solidFill>
                <a:latin typeface="Aptos" panose="020B0004020202020204" pitchFamily="34" charset="0"/>
              </a:rPr>
              <a:t> for severe disruption, highlighting critical service instability despite meeting the general PPM target.</a:t>
            </a:r>
          </a:p>
          <a:p>
            <a:pPr algn="just" eaLnBrk="0" fontAlgn="base" hangingPunct="0">
              <a:lnSpc>
                <a:spcPct val="100000"/>
              </a:lnSpc>
              <a:spcBef>
                <a:spcPct val="0"/>
              </a:spcBef>
              <a:spcAft>
                <a:spcPts val="1200"/>
              </a:spcAft>
            </a:pPr>
            <a:endParaRPr lang="en-US" altLang="en-US" sz="2000" dirty="0">
              <a:solidFill>
                <a:srgbClr val="183A62"/>
              </a:solidFill>
              <a:latin typeface="Aptos" panose="020B0004020202020204" pitchFamily="34" charset="0"/>
            </a:endParaRPr>
          </a:p>
          <a:p>
            <a:pPr algn="just" eaLnBrk="0" fontAlgn="base" hangingPunct="0">
              <a:lnSpc>
                <a:spcPct val="100000"/>
              </a:lnSpc>
              <a:spcBef>
                <a:spcPct val="0"/>
              </a:spcBef>
              <a:spcAft>
                <a:spcPts val="1200"/>
              </a:spcAft>
            </a:pPr>
            <a:r>
              <a:rPr lang="en-US" altLang="en-US" sz="2000" b="1" dirty="0">
                <a:solidFill>
                  <a:srgbClr val="183A62"/>
                </a:solidFill>
                <a:latin typeface="Aptos" panose="020B0004020202020204" pitchFamily="34" charset="0"/>
              </a:rPr>
              <a:t>Infrastructure Failure Dominance:</a:t>
            </a:r>
            <a:r>
              <a:rPr lang="en-US" altLang="en-US" sz="2000" dirty="0">
                <a:solidFill>
                  <a:srgbClr val="183A62"/>
                </a:solidFill>
                <a:latin typeface="Aptos" panose="020B0004020202020204" pitchFamily="34" charset="0"/>
              </a:rPr>
              <a:t> </a:t>
            </a:r>
            <a:r>
              <a:rPr lang="en-US" altLang="en-US" sz="1800" b="1" dirty="0">
                <a:solidFill>
                  <a:srgbClr val="183A62"/>
                </a:solidFill>
                <a:latin typeface="Aptos" panose="020B0004020202020204" pitchFamily="34" charset="0"/>
              </a:rPr>
              <a:t>Signal Failure</a:t>
            </a:r>
            <a:r>
              <a:rPr lang="en-US" altLang="en-US" sz="1800" dirty="0">
                <a:solidFill>
                  <a:srgbClr val="183A62"/>
                </a:solidFill>
                <a:latin typeface="Aptos" panose="020B0004020202020204" pitchFamily="34" charset="0"/>
              </a:rPr>
              <a:t> is confirmed as the single largest root cause of delays, underscoring systemic reliability issues in the railway infrastructure.</a:t>
            </a:r>
          </a:p>
          <a:p>
            <a:pPr algn="just" eaLnBrk="0" fontAlgn="base" hangingPunct="0">
              <a:lnSpc>
                <a:spcPct val="100000"/>
              </a:lnSpc>
              <a:spcBef>
                <a:spcPct val="0"/>
              </a:spcBef>
              <a:spcAft>
                <a:spcPts val="1200"/>
              </a:spcAft>
            </a:pPr>
            <a:endParaRPr lang="en-US" altLang="en-US" sz="2000" dirty="0">
              <a:solidFill>
                <a:srgbClr val="183A62"/>
              </a:solidFill>
              <a:latin typeface="Aptos" panose="020B0004020202020204" pitchFamily="34" charset="0"/>
            </a:endParaRPr>
          </a:p>
          <a:p>
            <a:pPr algn="just" eaLnBrk="0" fontAlgn="base" hangingPunct="0">
              <a:lnSpc>
                <a:spcPct val="100000"/>
              </a:lnSpc>
              <a:spcBef>
                <a:spcPct val="0"/>
              </a:spcBef>
              <a:spcAft>
                <a:spcPts val="1200"/>
              </a:spcAft>
            </a:pPr>
            <a:r>
              <a:rPr lang="en-US" altLang="en-US" sz="2000" b="1" dirty="0">
                <a:solidFill>
                  <a:srgbClr val="183A62"/>
                </a:solidFill>
                <a:latin typeface="Aptos" panose="020B0004020202020204" pitchFamily="34" charset="0"/>
              </a:rPr>
              <a:t>Direct Cost of Disruption:</a:t>
            </a:r>
            <a:r>
              <a:rPr lang="en-US" altLang="en-US" sz="2000" dirty="0">
                <a:solidFill>
                  <a:srgbClr val="183A62"/>
                </a:solidFill>
                <a:latin typeface="Aptos" panose="020B0004020202020204" pitchFamily="34" charset="0"/>
              </a:rPr>
              <a:t> </a:t>
            </a:r>
            <a:r>
              <a:rPr lang="en-US" altLang="en-US" sz="1800" b="1" dirty="0">
                <a:solidFill>
                  <a:srgbClr val="183A62"/>
                </a:solidFill>
                <a:latin typeface="Aptos" panose="020B0004020202020204" pitchFamily="34" charset="0"/>
              </a:rPr>
              <a:t>£39K</a:t>
            </a:r>
            <a:r>
              <a:rPr lang="en-US" altLang="en-US" sz="1800" dirty="0">
                <a:solidFill>
                  <a:srgbClr val="183A62"/>
                </a:solidFill>
                <a:latin typeface="Aptos" panose="020B0004020202020204" pitchFamily="34" charset="0"/>
              </a:rPr>
              <a:t> in refunds and a high </a:t>
            </a:r>
            <a:r>
              <a:rPr lang="en-US" altLang="en-US" sz="1800" b="1" dirty="0">
                <a:solidFill>
                  <a:srgbClr val="183A62"/>
                </a:solidFill>
                <a:latin typeface="Aptos" panose="020B0004020202020204" pitchFamily="34" charset="0"/>
              </a:rPr>
              <a:t>26.80%</a:t>
            </a:r>
            <a:r>
              <a:rPr lang="en-US" altLang="en-US" sz="1800" dirty="0">
                <a:solidFill>
                  <a:srgbClr val="183A62"/>
                </a:solidFill>
                <a:latin typeface="Aptos" panose="020B0004020202020204" pitchFamily="34" charset="0"/>
              </a:rPr>
              <a:t> Incident Refund Rate quantify the direct financial penalty of operational failures, proving that poor performance is expensive.</a:t>
            </a:r>
          </a:p>
          <a:p>
            <a:pPr algn="just" eaLnBrk="0" fontAlgn="base" hangingPunct="0">
              <a:lnSpc>
                <a:spcPct val="100000"/>
              </a:lnSpc>
              <a:spcBef>
                <a:spcPct val="0"/>
              </a:spcBef>
              <a:spcAft>
                <a:spcPts val="1200"/>
              </a:spcAft>
            </a:pPr>
            <a:endParaRPr lang="en-US" altLang="en-US" sz="2000" dirty="0">
              <a:solidFill>
                <a:srgbClr val="183A62"/>
              </a:solidFill>
              <a:latin typeface="Aptos" panose="020B0004020202020204" pitchFamily="34" charset="0"/>
            </a:endParaRPr>
          </a:p>
          <a:p>
            <a:pPr algn="just" eaLnBrk="0" fontAlgn="base" hangingPunct="0">
              <a:lnSpc>
                <a:spcPct val="100000"/>
              </a:lnSpc>
              <a:spcBef>
                <a:spcPct val="0"/>
              </a:spcBef>
              <a:spcAft>
                <a:spcPts val="1200"/>
              </a:spcAft>
            </a:pPr>
            <a:r>
              <a:rPr lang="en-US" altLang="en-US" sz="2000" b="1" dirty="0">
                <a:solidFill>
                  <a:srgbClr val="183A62"/>
                </a:solidFill>
                <a:latin typeface="Aptos" panose="020B0004020202020204" pitchFamily="34" charset="0"/>
              </a:rPr>
              <a:t>Growth Vulnerability:</a:t>
            </a:r>
            <a:r>
              <a:rPr lang="en-US" altLang="en-US" sz="2000" dirty="0">
                <a:solidFill>
                  <a:srgbClr val="183A62"/>
                </a:solidFill>
                <a:latin typeface="Aptos" panose="020B0004020202020204" pitchFamily="34" charset="0"/>
              </a:rPr>
              <a:t> </a:t>
            </a:r>
            <a:r>
              <a:rPr lang="en-US" altLang="en-US" sz="1800" dirty="0">
                <a:solidFill>
                  <a:srgbClr val="183A62"/>
                </a:solidFill>
                <a:latin typeface="Aptos" panose="020B0004020202020204" pitchFamily="34" charset="0"/>
              </a:rPr>
              <a:t>The impressive </a:t>
            </a:r>
            <a:r>
              <a:rPr lang="en-US" altLang="en-US" sz="1800" b="1" dirty="0">
                <a:solidFill>
                  <a:srgbClr val="183A62"/>
                </a:solidFill>
                <a:latin typeface="Aptos" panose="020B0004020202020204" pitchFamily="34" charset="0"/>
              </a:rPr>
              <a:t>33.89% MoM Growth</a:t>
            </a:r>
            <a:r>
              <a:rPr lang="en-US" altLang="en-US" sz="1800" dirty="0">
                <a:solidFill>
                  <a:srgbClr val="183A62"/>
                </a:solidFill>
                <a:latin typeface="Aptos" panose="020B0004020202020204" pitchFamily="34" charset="0"/>
              </a:rPr>
              <a:t> is at risk unless immediate action is taken to stabilize service reliability and convert new passengers into loyal customers.</a:t>
            </a:r>
          </a:p>
        </p:txBody>
      </p:sp>
      <p:sp>
        <p:nvSpPr>
          <p:cNvPr id="2" name="Title 1">
            <a:extLst>
              <a:ext uri="{FF2B5EF4-FFF2-40B4-BE49-F238E27FC236}">
                <a16:creationId xmlns:a16="http://schemas.microsoft.com/office/drawing/2014/main" id="{5B3FD113-F8E4-4C84-35E4-940FE404AF8B}"/>
              </a:ext>
            </a:extLst>
          </p:cNvPr>
          <p:cNvSpPr txBox="1">
            <a:spLocks/>
          </p:cNvSpPr>
          <p:nvPr/>
        </p:nvSpPr>
        <p:spPr>
          <a:xfrm>
            <a:off x="404305" y="94102"/>
            <a:ext cx="10817352" cy="958480"/>
          </a:xfrm>
          <a:prstGeom prst="rect">
            <a:avLst/>
          </a:prstGeom>
        </p:spPr>
        <p:txBody>
          <a:bodyPr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b="1" dirty="0">
                <a:solidFill>
                  <a:srgbClr val="183A62"/>
                </a:solidFill>
                <a:latin typeface="Aptos" panose="020B0004020202020204" pitchFamily="34" charset="0"/>
              </a:rPr>
              <a:t>Key Insights &amp; Findings</a:t>
            </a:r>
          </a:p>
        </p:txBody>
      </p:sp>
    </p:spTree>
    <p:extLst>
      <p:ext uri="{BB962C8B-B14F-4D97-AF65-F5344CB8AC3E}">
        <p14:creationId xmlns:p14="http://schemas.microsoft.com/office/powerpoint/2010/main" val="33753170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500"/>
                                  </p:stCondLst>
                                  <p:endCondLst>
                                    <p:cond evt="begin" delay="0">
                                      <p:tn val="5"/>
                                    </p:cond>
                                  </p:endCondLst>
                                  <p:iterate type="wd">
                                    <p:tmPct val="15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par>
                                <p:cTn id="8" presetID="42" presetClass="entr" presetSubtype="0" fill="hold" grpId="0" nodeType="withEffect">
                                  <p:stCondLst>
                                    <p:cond delay="250"/>
                                  </p:stCondLst>
                                  <p:iterate>
                                    <p:tmPct val="10000"/>
                                  </p:iterate>
                                  <p:childTnLst>
                                    <p:set>
                                      <p:cBhvr>
                                        <p:cTn id="9" dur="1" fill="hold">
                                          <p:stCondLst>
                                            <p:cond delay="0"/>
                                          </p:stCondLst>
                                        </p:cTn>
                                        <p:tgtEl>
                                          <p:spTgt spid="6"/>
                                        </p:tgtEl>
                                        <p:attrNameLst>
                                          <p:attrName>style.visibility</p:attrName>
                                        </p:attrNameLst>
                                      </p:cBhvr>
                                      <p:to>
                                        <p:strVal val="visible"/>
                                      </p:to>
                                    </p:set>
                                    <p:animEffect transition="in" filter="fade">
                                      <p:cBhvr>
                                        <p:cTn id="10" dur="250"/>
                                        <p:tgtEl>
                                          <p:spTgt spid="6"/>
                                        </p:tgtEl>
                                      </p:cBhvr>
                                    </p:animEffect>
                                    <p:anim calcmode="lin" valueType="num">
                                      <p:cBhvr>
                                        <p:cTn id="11" dur="250" fill="hold"/>
                                        <p:tgtEl>
                                          <p:spTgt spid="6"/>
                                        </p:tgtEl>
                                        <p:attrNameLst>
                                          <p:attrName>ppt_x</p:attrName>
                                        </p:attrNameLst>
                                      </p:cBhvr>
                                      <p:tavLst>
                                        <p:tav tm="0">
                                          <p:val>
                                            <p:strVal val="#ppt_x"/>
                                          </p:val>
                                        </p:tav>
                                        <p:tav tm="100000">
                                          <p:val>
                                            <p:strVal val="#ppt_x"/>
                                          </p:val>
                                        </p:tav>
                                      </p:tavLst>
                                    </p:anim>
                                    <p:anim calcmode="lin" valueType="num">
                                      <p:cBhvr>
                                        <p:cTn id="12" dur="25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52F6AC0-2A23-B4E4-FA1B-A313B0AE313F}"/>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7E61B31-101F-2F02-0DCD-57E4AE9E605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43198" y="1052582"/>
            <a:ext cx="10817351" cy="4595864"/>
          </a:xfrm>
        </p:spPr>
        <p:txBody>
          <a:bodyPr>
            <a:normAutofit/>
          </a:bodyPr>
          <a:lstStyle/>
          <a:p>
            <a:r>
              <a:rPr lang="en-US" sz="2000" b="1" dirty="0">
                <a:solidFill>
                  <a:srgbClr val="183A62"/>
                </a:solidFill>
                <a:latin typeface="Aptos" panose="020B0004020202020204" pitchFamily="34" charset="0"/>
              </a:rPr>
              <a:t>Performance Gap:</a:t>
            </a:r>
            <a:r>
              <a:rPr lang="en-US" sz="2000" dirty="0">
                <a:solidFill>
                  <a:srgbClr val="183A62"/>
                </a:solidFill>
                <a:latin typeface="Aptos" panose="020B0004020202020204" pitchFamily="34" charset="0"/>
              </a:rPr>
              <a:t> </a:t>
            </a:r>
            <a:r>
              <a:rPr lang="en-US" sz="1800" dirty="0">
                <a:solidFill>
                  <a:srgbClr val="183A62"/>
                </a:solidFill>
                <a:latin typeface="Aptos" panose="020B0004020202020204" pitchFamily="34" charset="0"/>
              </a:rPr>
              <a:t>The network is </a:t>
            </a:r>
            <a:r>
              <a:rPr lang="en-US" sz="1800" b="1" dirty="0">
                <a:solidFill>
                  <a:srgbClr val="183A62"/>
                </a:solidFill>
                <a:latin typeface="Aptos" panose="020B0004020202020204" pitchFamily="34" charset="0"/>
              </a:rPr>
              <a:t>punctual (86.82% PPM compliant)</a:t>
            </a:r>
            <a:r>
              <a:rPr lang="en-US" sz="1800" dirty="0">
                <a:solidFill>
                  <a:srgbClr val="183A62"/>
                </a:solidFill>
                <a:latin typeface="Aptos" panose="020B0004020202020204" pitchFamily="34" charset="0"/>
              </a:rPr>
              <a:t> but severely </a:t>
            </a:r>
            <a:r>
              <a:rPr lang="en-US" sz="1800" b="1" dirty="0">
                <a:solidFill>
                  <a:srgbClr val="183A62"/>
                </a:solidFill>
                <a:latin typeface="Aptos" panose="020B0004020202020204" pitchFamily="34" charset="0"/>
              </a:rPr>
              <a:t>unreliable (high cancellation rate)</a:t>
            </a:r>
            <a:r>
              <a:rPr lang="en-US" sz="1800" dirty="0">
                <a:solidFill>
                  <a:srgbClr val="183A62"/>
                </a:solidFill>
                <a:latin typeface="Aptos" panose="020B0004020202020204" pitchFamily="34" charset="0"/>
              </a:rPr>
              <a:t>.</a:t>
            </a:r>
          </a:p>
          <a:p>
            <a:endParaRPr lang="en-US" sz="1600" dirty="0">
              <a:solidFill>
                <a:srgbClr val="183A62"/>
              </a:solidFill>
              <a:latin typeface="Aptos" panose="020B0004020202020204" pitchFamily="34" charset="0"/>
            </a:endParaRPr>
          </a:p>
          <a:p>
            <a:r>
              <a:rPr lang="en-US" sz="2000" b="1" dirty="0">
                <a:solidFill>
                  <a:srgbClr val="183A62"/>
                </a:solidFill>
                <a:latin typeface="Aptos" panose="020B0004020202020204" pitchFamily="34" charset="0"/>
              </a:rPr>
              <a:t>Financial Impact: </a:t>
            </a:r>
            <a:r>
              <a:rPr lang="en-US" sz="1600" dirty="0">
                <a:solidFill>
                  <a:srgbClr val="183A62"/>
                </a:solidFill>
                <a:latin typeface="Aptos" panose="020B0004020202020204" pitchFamily="34" charset="0"/>
              </a:rPr>
              <a:t>Unstable operational performance is directly translating into quantifiable financial losses through high refund rates.</a:t>
            </a:r>
          </a:p>
          <a:p>
            <a:endParaRPr lang="en-US" sz="1600" dirty="0">
              <a:solidFill>
                <a:srgbClr val="183A62"/>
              </a:solidFill>
              <a:latin typeface="Aptos" panose="020B0004020202020204" pitchFamily="34" charset="0"/>
            </a:endParaRPr>
          </a:p>
          <a:p>
            <a:r>
              <a:rPr lang="en-US" sz="2000" b="1" dirty="0">
                <a:solidFill>
                  <a:srgbClr val="183A62"/>
                </a:solidFill>
                <a:latin typeface="Aptos" panose="020B0004020202020204" pitchFamily="34" charset="0"/>
              </a:rPr>
              <a:t>Focus Area: </a:t>
            </a:r>
            <a:r>
              <a:rPr lang="en-US" sz="1600" dirty="0">
                <a:solidFill>
                  <a:srgbClr val="183A62"/>
                </a:solidFill>
                <a:latin typeface="Aptos" panose="020B0004020202020204" pitchFamily="34" charset="0"/>
              </a:rPr>
              <a:t>The immediate priority must shift from simply tracking on-time performance to aggressively mitigating the root causes of delays and cancellations.</a:t>
            </a:r>
          </a:p>
        </p:txBody>
      </p:sp>
      <p:sp>
        <p:nvSpPr>
          <p:cNvPr id="3" name="Title 1">
            <a:extLst>
              <a:ext uri="{FF2B5EF4-FFF2-40B4-BE49-F238E27FC236}">
                <a16:creationId xmlns:a16="http://schemas.microsoft.com/office/drawing/2014/main" id="{FD136ACB-8058-FE72-6DFB-80FE8767C806}"/>
              </a:ext>
            </a:extLst>
          </p:cNvPr>
          <p:cNvSpPr txBox="1">
            <a:spLocks/>
          </p:cNvSpPr>
          <p:nvPr/>
        </p:nvSpPr>
        <p:spPr>
          <a:xfrm>
            <a:off x="404305" y="94102"/>
            <a:ext cx="10817352" cy="958480"/>
          </a:xfrm>
          <a:prstGeom prst="rect">
            <a:avLst/>
          </a:prstGeom>
        </p:spPr>
        <p:txBody>
          <a:bodyPr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b="1" dirty="0">
                <a:solidFill>
                  <a:srgbClr val="183A62"/>
                </a:solidFill>
                <a:latin typeface="Aptos" panose="020B0004020202020204" pitchFamily="34" charset="0"/>
              </a:rPr>
              <a:t>Conclusions</a:t>
            </a:r>
          </a:p>
        </p:txBody>
      </p:sp>
    </p:spTree>
    <p:extLst>
      <p:ext uri="{BB962C8B-B14F-4D97-AF65-F5344CB8AC3E}">
        <p14:creationId xmlns:p14="http://schemas.microsoft.com/office/powerpoint/2010/main" val="37682738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C92D7ED-2A2D-D3B8-BAF4-E47393E76577}"/>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9A77CA9-E729-736B-6278-4E57B6889D4C}"/>
              </a:ext>
            </a:extLst>
          </p:cNvPr>
          <p:cNvSpPr>
            <a:spLocks noGrp="1"/>
          </p:cNvSpPr>
          <p:nvPr>
            <p:ph sz="quarter" idx="19"/>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97415" y="1692344"/>
            <a:ext cx="6282382" cy="4710566"/>
          </a:xfrm>
        </p:spPr>
        <p:txBody>
          <a:bodyPr>
            <a:noAutofit/>
          </a:bodyPr>
          <a:lstStyle/>
          <a:p>
            <a:pPr eaLnBrk="0" fontAlgn="base" hangingPunct="0">
              <a:lnSpc>
                <a:spcPct val="100000"/>
              </a:lnSpc>
              <a:spcBef>
                <a:spcPct val="0"/>
              </a:spcBef>
              <a:spcAft>
                <a:spcPts val="1200"/>
              </a:spcAft>
            </a:pPr>
            <a:r>
              <a:rPr lang="en-US" altLang="en-US" sz="2000" b="1" dirty="0">
                <a:solidFill>
                  <a:srgbClr val="183A62"/>
                </a:solidFill>
                <a:latin typeface="Aptos" panose="020B0004020202020204" pitchFamily="34" charset="0"/>
              </a:rPr>
              <a:t>Pillar 1: Profitability Maximization (Revenue &amp; Pricing)</a:t>
            </a:r>
            <a:endParaRPr lang="ar-EG" altLang="en-US" sz="2000" b="1" dirty="0">
              <a:solidFill>
                <a:srgbClr val="183A62"/>
              </a:solidFill>
              <a:latin typeface="Aptos" panose="020B0004020202020204" pitchFamily="34" charset="0"/>
            </a:endParaRPr>
          </a:p>
          <a:p>
            <a:pPr marL="0" indent="0" eaLnBrk="0" fontAlgn="base" hangingPunct="0">
              <a:lnSpc>
                <a:spcPct val="100000"/>
              </a:lnSpc>
              <a:spcBef>
                <a:spcPct val="0"/>
              </a:spcBef>
              <a:spcAft>
                <a:spcPts val="1200"/>
              </a:spcAft>
              <a:buNone/>
            </a:pPr>
            <a:r>
              <a:rPr lang="ar-EG" altLang="en-US" sz="2000" b="1" dirty="0">
                <a:solidFill>
                  <a:srgbClr val="183A62"/>
                </a:solidFill>
                <a:latin typeface="Aptos" panose="020B0004020202020204" pitchFamily="34" charset="0"/>
              </a:rPr>
              <a:t>  </a:t>
            </a:r>
            <a:r>
              <a:rPr lang="en-US" altLang="en-US" sz="2000" b="1" dirty="0">
                <a:solidFill>
                  <a:srgbClr val="183A62"/>
                </a:solidFill>
                <a:latin typeface="Aptos" panose="020B0004020202020204" pitchFamily="34" charset="0"/>
              </a:rPr>
              <a:t>Route Strategy: </a:t>
            </a:r>
            <a:r>
              <a:rPr lang="en-US" altLang="en-US" sz="2000" dirty="0">
                <a:solidFill>
                  <a:srgbClr val="183A62"/>
                </a:solidFill>
                <a:latin typeface="Aptos" panose="020B0004020202020204" pitchFamily="34" charset="0"/>
              </a:rPr>
              <a:t>Prioritize the maintenance of the York route to protect revenue, while developing less profitable routes to improve their efficiency.</a:t>
            </a:r>
            <a:endParaRPr lang="ar-EG" altLang="en-US" sz="2000" dirty="0">
              <a:solidFill>
                <a:srgbClr val="183A62"/>
              </a:solidFill>
              <a:latin typeface="Aptos" panose="020B0004020202020204" pitchFamily="34" charset="0"/>
            </a:endParaRPr>
          </a:p>
          <a:p>
            <a:pPr marL="0" indent="0" eaLnBrk="0" fontAlgn="base" hangingPunct="0">
              <a:lnSpc>
                <a:spcPct val="100000"/>
              </a:lnSpc>
              <a:spcBef>
                <a:spcPct val="0"/>
              </a:spcBef>
              <a:spcAft>
                <a:spcPts val="1200"/>
              </a:spcAft>
              <a:buNone/>
            </a:pPr>
            <a:r>
              <a:rPr lang="ar-EG" altLang="en-US" sz="2000" b="1" dirty="0">
                <a:solidFill>
                  <a:srgbClr val="183A62"/>
                </a:solidFill>
                <a:latin typeface="Aptos" panose="020B0004020202020204" pitchFamily="34" charset="0"/>
              </a:rPr>
              <a:t>  </a:t>
            </a:r>
            <a:r>
              <a:rPr lang="en-US" altLang="en-US" sz="2000" b="1" dirty="0">
                <a:solidFill>
                  <a:srgbClr val="183A62"/>
                </a:solidFill>
                <a:latin typeface="Aptos" panose="020B0004020202020204" pitchFamily="34" charset="0"/>
              </a:rPr>
              <a:t>Dynamic Pricing: </a:t>
            </a:r>
            <a:r>
              <a:rPr lang="en-US" altLang="en-US" sz="2000" dirty="0">
                <a:solidFill>
                  <a:srgbClr val="183A62"/>
                </a:solidFill>
                <a:latin typeface="Aptos" panose="020B0004020202020204" pitchFamily="34" charset="0"/>
              </a:rPr>
              <a:t>Implement a dynamic pricing model to maximize revenue during peak hours and stimulate demand during off-peak periods.</a:t>
            </a:r>
            <a:endParaRPr lang="ar-EG" altLang="en-US" sz="2000" dirty="0">
              <a:solidFill>
                <a:srgbClr val="183A62"/>
              </a:solidFill>
              <a:latin typeface="Aptos" panose="020B0004020202020204" pitchFamily="34" charset="0"/>
            </a:endParaRPr>
          </a:p>
          <a:p>
            <a:pPr marL="0" indent="0" eaLnBrk="0" fontAlgn="base" hangingPunct="0">
              <a:lnSpc>
                <a:spcPct val="100000"/>
              </a:lnSpc>
              <a:spcBef>
                <a:spcPct val="0"/>
              </a:spcBef>
              <a:spcAft>
                <a:spcPts val="1200"/>
              </a:spcAft>
              <a:buNone/>
            </a:pPr>
            <a:endParaRPr lang="en-US" altLang="en-US" sz="1800" dirty="0">
              <a:solidFill>
                <a:srgbClr val="183A62"/>
              </a:solidFill>
              <a:latin typeface="Aptos" panose="020B0004020202020204" pitchFamily="34" charset="0"/>
            </a:endParaRPr>
          </a:p>
        </p:txBody>
      </p:sp>
      <p:pic>
        <p:nvPicPr>
          <p:cNvPr id="9" name="Content Placeholder 4" descr="Business Finance, accounting, contract, advisor investment consulting marketing plan for the company with using tablet and computer technology in analysis.">
            <a:extLst>
              <a:ext uri="{FF2B5EF4-FFF2-40B4-BE49-F238E27FC236}">
                <a16:creationId xmlns:a16="http://schemas.microsoft.com/office/drawing/2014/main" id="{9ED5B722-BEBA-A511-0CEC-4EA89DEAEF2E}"/>
              </a:ext>
            </a:extLst>
          </p:cNvPr>
          <p:cNvPicPr>
            <a:picLocks noChangeAspect="1"/>
          </p:cNvPicPr>
          <p:nvPr/>
        </p:nvPicPr>
        <p:blipFill>
          <a:blip r:embed="rId3"/>
          <a:srcRect l="25586" r="7664" b="1"/>
          <a:stretch>
            <a:fillRect/>
          </a:stretch>
        </p:blipFill>
        <p:spPr>
          <a:xfrm>
            <a:off x="612649" y="1810513"/>
            <a:ext cx="4592397" cy="4592397"/>
          </a:xfrm>
          <a:prstGeom prst="rect">
            <a:avLst/>
          </a:prstGeom>
          <a:noFill/>
        </p:spPr>
      </p:pic>
      <p:sp>
        <p:nvSpPr>
          <p:cNvPr id="6" name="Title 1">
            <a:extLst>
              <a:ext uri="{FF2B5EF4-FFF2-40B4-BE49-F238E27FC236}">
                <a16:creationId xmlns:a16="http://schemas.microsoft.com/office/drawing/2014/main" id="{275F224D-2B43-2993-053E-A2170E278B20}"/>
              </a:ext>
            </a:extLst>
          </p:cNvPr>
          <p:cNvSpPr txBox="1">
            <a:spLocks/>
          </p:cNvSpPr>
          <p:nvPr/>
        </p:nvSpPr>
        <p:spPr>
          <a:xfrm>
            <a:off x="404305" y="94102"/>
            <a:ext cx="10817352" cy="958480"/>
          </a:xfrm>
          <a:prstGeom prst="rect">
            <a:avLst/>
          </a:prstGeom>
        </p:spPr>
        <p:txBody>
          <a:bodyPr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b="1" dirty="0">
                <a:solidFill>
                  <a:srgbClr val="183A62"/>
                </a:solidFill>
                <a:latin typeface="Aptos" panose="020B0004020202020204" pitchFamily="34" charset="0"/>
              </a:rPr>
              <a:t>Recommendations / Actions</a:t>
            </a:r>
          </a:p>
        </p:txBody>
      </p:sp>
    </p:spTree>
    <p:extLst>
      <p:ext uri="{BB962C8B-B14F-4D97-AF65-F5344CB8AC3E}">
        <p14:creationId xmlns:p14="http://schemas.microsoft.com/office/powerpoint/2010/main" val="36667862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A313C67-D60D-5786-19E8-AA889A8AF0BF}"/>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6D09B26-5D27-9B94-EB65-D00EFADBDD91}"/>
              </a:ext>
            </a:extLst>
          </p:cNvPr>
          <p:cNvSpPr>
            <a:spLocks noGrp="1"/>
          </p:cNvSpPr>
          <p:nvPr>
            <p:ph sz="quarter" idx="19"/>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97415" y="1692344"/>
            <a:ext cx="6282382" cy="4710566"/>
          </a:xfrm>
        </p:spPr>
        <p:txBody>
          <a:bodyPr>
            <a:noAutofit/>
          </a:bodyPr>
          <a:lstStyle/>
          <a:p>
            <a:pPr eaLnBrk="0" fontAlgn="base" hangingPunct="0">
              <a:lnSpc>
                <a:spcPct val="100000"/>
              </a:lnSpc>
              <a:spcBef>
                <a:spcPct val="0"/>
              </a:spcBef>
              <a:spcAft>
                <a:spcPts val="1200"/>
              </a:spcAft>
            </a:pPr>
            <a:r>
              <a:rPr lang="en-US" altLang="en-US" sz="1800" b="1" dirty="0">
                <a:solidFill>
                  <a:srgbClr val="183A62"/>
                </a:solidFill>
                <a:latin typeface="Aptos" panose="020B0004020202020204" pitchFamily="34" charset="0"/>
              </a:rPr>
              <a:t>Pillar 2: Operational Excellence</a:t>
            </a:r>
            <a:endParaRPr lang="ar-EG" altLang="en-US" sz="1800" b="1" dirty="0">
              <a:solidFill>
                <a:srgbClr val="183A62"/>
              </a:solidFill>
              <a:latin typeface="Aptos" panose="020B0004020202020204" pitchFamily="34" charset="0"/>
            </a:endParaRPr>
          </a:p>
          <a:p>
            <a:pPr marL="0" indent="0" eaLnBrk="0" fontAlgn="base" hangingPunct="0">
              <a:lnSpc>
                <a:spcPct val="100000"/>
              </a:lnSpc>
              <a:spcBef>
                <a:spcPct val="0"/>
              </a:spcBef>
              <a:spcAft>
                <a:spcPts val="1200"/>
              </a:spcAft>
              <a:buNone/>
            </a:pPr>
            <a:r>
              <a:rPr lang="ar-EG" altLang="en-US" sz="1800" b="1" dirty="0">
                <a:solidFill>
                  <a:srgbClr val="183A62"/>
                </a:solidFill>
                <a:latin typeface="Aptos" panose="020B0004020202020204" pitchFamily="34" charset="0"/>
              </a:rPr>
              <a:t>   </a:t>
            </a:r>
            <a:r>
              <a:rPr lang="en-US" altLang="en-US" sz="1800" b="1" dirty="0">
                <a:solidFill>
                  <a:srgbClr val="183A62"/>
                </a:solidFill>
                <a:latin typeface="Aptos" panose="020B0004020202020204" pitchFamily="34" charset="0"/>
              </a:rPr>
              <a:t>Delay Management</a:t>
            </a:r>
            <a:r>
              <a:rPr lang="en-US" altLang="en-US" sz="1800" dirty="0">
                <a:solidFill>
                  <a:srgbClr val="183A62"/>
                </a:solidFill>
                <a:latin typeface="Aptos" panose="020B0004020202020204" pitchFamily="34" charset="0"/>
              </a:rPr>
              <a:t>: Conduct a diagnostic analysis (RCA) of the MAN|LDS route to reduce the 65-minute delay,</a:t>
            </a:r>
            <a:r>
              <a:rPr lang="ar-EG" altLang="en-US" sz="1800" dirty="0">
                <a:solidFill>
                  <a:srgbClr val="183A62"/>
                </a:solidFill>
                <a:latin typeface="Aptos" panose="020B0004020202020204" pitchFamily="34" charset="0"/>
              </a:rPr>
              <a:t> </a:t>
            </a:r>
            <a:r>
              <a:rPr lang="en-US" altLang="en-US" sz="1800" dirty="0">
                <a:solidFill>
                  <a:srgbClr val="183A62"/>
                </a:solidFill>
                <a:latin typeface="Aptos" panose="020B0004020202020204" pitchFamily="34" charset="0"/>
              </a:rPr>
              <a:t> and integrate weather data to move from descriptive to predictive analysis.</a:t>
            </a:r>
            <a:endParaRPr lang="ar-EG" altLang="en-US" sz="1800" dirty="0">
              <a:solidFill>
                <a:srgbClr val="183A62"/>
              </a:solidFill>
              <a:latin typeface="Aptos" panose="020B0004020202020204" pitchFamily="34" charset="0"/>
            </a:endParaRPr>
          </a:p>
          <a:p>
            <a:pPr marL="0" indent="0" eaLnBrk="0" fontAlgn="base" hangingPunct="0">
              <a:lnSpc>
                <a:spcPct val="100000"/>
              </a:lnSpc>
              <a:spcBef>
                <a:spcPct val="0"/>
              </a:spcBef>
              <a:spcAft>
                <a:spcPts val="1200"/>
              </a:spcAft>
              <a:buNone/>
            </a:pPr>
            <a:r>
              <a:rPr lang="ar-EG" altLang="en-US" sz="1800" b="1" dirty="0">
                <a:solidFill>
                  <a:srgbClr val="183A62"/>
                </a:solidFill>
                <a:latin typeface="Aptos" panose="020B0004020202020204" pitchFamily="34" charset="0"/>
              </a:rPr>
              <a:t>   </a:t>
            </a:r>
            <a:r>
              <a:rPr lang="en-US" altLang="en-US" sz="1800" b="1" dirty="0">
                <a:solidFill>
                  <a:srgbClr val="183A62"/>
                </a:solidFill>
                <a:latin typeface="Aptos" panose="020B0004020202020204" pitchFamily="34" charset="0"/>
              </a:rPr>
              <a:t>Resource Allocation</a:t>
            </a:r>
            <a:r>
              <a:rPr lang="en-US" altLang="en-US" sz="1800" dirty="0">
                <a:solidFill>
                  <a:srgbClr val="183A62"/>
                </a:solidFill>
                <a:latin typeface="Aptos" panose="020B0004020202020204" pitchFamily="34" charset="0"/>
              </a:rPr>
              <a:t>: Restructure cabin configuration to balance demand between First and Standard classes and increase occupancy rates.</a:t>
            </a:r>
            <a:endParaRPr lang="ar-EG" altLang="en-US" sz="1800" dirty="0">
              <a:solidFill>
                <a:srgbClr val="183A62"/>
              </a:solidFill>
              <a:latin typeface="Aptos" panose="020B0004020202020204" pitchFamily="34" charset="0"/>
            </a:endParaRPr>
          </a:p>
          <a:p>
            <a:pPr eaLnBrk="0" fontAlgn="base" hangingPunct="0">
              <a:lnSpc>
                <a:spcPct val="100000"/>
              </a:lnSpc>
              <a:spcBef>
                <a:spcPct val="0"/>
              </a:spcBef>
              <a:spcAft>
                <a:spcPts val="1200"/>
              </a:spcAft>
            </a:pPr>
            <a:r>
              <a:rPr lang="en-US" altLang="en-US" sz="1800" b="1" dirty="0">
                <a:solidFill>
                  <a:srgbClr val="183A62"/>
                </a:solidFill>
                <a:latin typeface="Aptos" panose="020B0004020202020204" pitchFamily="34" charset="0"/>
              </a:rPr>
              <a:t>Pillar 3: Customer Experience and Loyalty</a:t>
            </a:r>
            <a:endParaRPr lang="ar-EG" altLang="en-US" sz="1800" b="1" dirty="0">
              <a:solidFill>
                <a:srgbClr val="183A62"/>
              </a:solidFill>
              <a:latin typeface="Aptos" panose="020B0004020202020204" pitchFamily="34" charset="0"/>
            </a:endParaRPr>
          </a:p>
          <a:p>
            <a:pPr marL="0" indent="0" eaLnBrk="0" fontAlgn="base" hangingPunct="0">
              <a:lnSpc>
                <a:spcPct val="100000"/>
              </a:lnSpc>
              <a:spcBef>
                <a:spcPct val="0"/>
              </a:spcBef>
              <a:spcAft>
                <a:spcPts val="1200"/>
              </a:spcAft>
              <a:buNone/>
            </a:pPr>
            <a:r>
              <a:rPr lang="ar-EG" altLang="en-US" sz="1800" b="1" dirty="0">
                <a:solidFill>
                  <a:srgbClr val="183A62"/>
                </a:solidFill>
                <a:latin typeface="Aptos" panose="020B0004020202020204" pitchFamily="34" charset="0"/>
              </a:rPr>
              <a:t>   </a:t>
            </a:r>
            <a:r>
              <a:rPr lang="en-US" altLang="en-US" sz="1800" b="1" dirty="0">
                <a:solidFill>
                  <a:srgbClr val="183A62"/>
                </a:solidFill>
                <a:latin typeface="Aptos" panose="020B0004020202020204" pitchFamily="34" charset="0"/>
              </a:rPr>
              <a:t>Digital Transformation</a:t>
            </a:r>
            <a:r>
              <a:rPr lang="en-US" altLang="en-US" sz="1800" dirty="0">
                <a:solidFill>
                  <a:srgbClr val="183A62"/>
                </a:solidFill>
                <a:latin typeface="Aptos" panose="020B0004020202020204" pitchFamily="34" charset="0"/>
              </a:rPr>
              <a:t>: Enhance the website and app interface to improve the online booking experience, while incentivizing advance bookings with promotional offers to reduce congestion.</a:t>
            </a:r>
            <a:endParaRPr lang="ar-EG" altLang="en-US" sz="1800" dirty="0">
              <a:solidFill>
                <a:srgbClr val="183A62"/>
              </a:solidFill>
              <a:latin typeface="Aptos" panose="020B0004020202020204" pitchFamily="34" charset="0"/>
            </a:endParaRPr>
          </a:p>
        </p:txBody>
      </p:sp>
      <p:pic>
        <p:nvPicPr>
          <p:cNvPr id="9" name="Content Placeholder 4" descr="Business Finance, accounting, contract, advisor investment consulting marketing plan for the company with using tablet and computer technology in analysis.">
            <a:extLst>
              <a:ext uri="{FF2B5EF4-FFF2-40B4-BE49-F238E27FC236}">
                <a16:creationId xmlns:a16="http://schemas.microsoft.com/office/drawing/2014/main" id="{090421C0-01F2-4070-5FAC-D376DE377DCB}"/>
              </a:ext>
            </a:extLst>
          </p:cNvPr>
          <p:cNvPicPr>
            <a:picLocks noChangeAspect="1"/>
          </p:cNvPicPr>
          <p:nvPr/>
        </p:nvPicPr>
        <p:blipFill>
          <a:blip r:embed="rId3"/>
          <a:srcRect l="25586" r="7664" b="1"/>
          <a:stretch>
            <a:fillRect/>
          </a:stretch>
        </p:blipFill>
        <p:spPr>
          <a:xfrm>
            <a:off x="612649" y="1810513"/>
            <a:ext cx="4592397" cy="4592397"/>
          </a:xfrm>
          <a:prstGeom prst="rect">
            <a:avLst/>
          </a:prstGeom>
          <a:noFill/>
        </p:spPr>
      </p:pic>
      <p:sp>
        <p:nvSpPr>
          <p:cNvPr id="6" name="Title 1">
            <a:extLst>
              <a:ext uri="{FF2B5EF4-FFF2-40B4-BE49-F238E27FC236}">
                <a16:creationId xmlns:a16="http://schemas.microsoft.com/office/drawing/2014/main" id="{3C1ADDDC-9C10-6426-E8AB-527C7A5237AB}"/>
              </a:ext>
            </a:extLst>
          </p:cNvPr>
          <p:cNvSpPr txBox="1">
            <a:spLocks/>
          </p:cNvSpPr>
          <p:nvPr/>
        </p:nvSpPr>
        <p:spPr>
          <a:xfrm>
            <a:off x="404305" y="94102"/>
            <a:ext cx="10817352" cy="958480"/>
          </a:xfrm>
          <a:prstGeom prst="rect">
            <a:avLst/>
          </a:prstGeom>
        </p:spPr>
        <p:txBody>
          <a:bodyPr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dirty="0">
                <a:solidFill>
                  <a:srgbClr val="183A62"/>
                </a:solidFill>
                <a:latin typeface="Aptos" panose="020B0004020202020204" pitchFamily="34" charset="0"/>
              </a:rPr>
              <a:t>Recommendations / Actions</a:t>
            </a:r>
          </a:p>
        </p:txBody>
      </p:sp>
    </p:spTree>
    <p:extLst>
      <p:ext uri="{BB962C8B-B14F-4D97-AF65-F5344CB8AC3E}">
        <p14:creationId xmlns:p14="http://schemas.microsoft.com/office/powerpoint/2010/main" val="11508889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8FDD54F-0D54-2246-083B-B5EED36B287E}"/>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4F7EDE5-72DF-051A-83D4-C26981E901A0}"/>
              </a:ext>
            </a:extLst>
          </p:cNvPr>
          <p:cNvSpPr>
            <a:spLocks noGrp="1"/>
          </p:cNvSpPr>
          <p:nvPr>
            <p:ph sz="quarter" idx="19"/>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97415" y="1692344"/>
            <a:ext cx="6282382" cy="4710566"/>
          </a:xfrm>
        </p:spPr>
        <p:txBody>
          <a:bodyPr>
            <a:noAutofit/>
          </a:bodyPr>
          <a:lstStyle/>
          <a:p>
            <a:pPr eaLnBrk="0" fontAlgn="base" hangingPunct="0">
              <a:lnSpc>
                <a:spcPct val="100000"/>
              </a:lnSpc>
              <a:spcBef>
                <a:spcPct val="0"/>
              </a:spcBef>
              <a:spcAft>
                <a:spcPts val="1200"/>
              </a:spcAft>
            </a:pPr>
            <a:r>
              <a:rPr lang="en-US" altLang="en-US" sz="1800" b="1" dirty="0">
                <a:solidFill>
                  <a:srgbClr val="183A62"/>
                </a:solidFill>
                <a:latin typeface="Aptos" panose="020B0004020202020204" pitchFamily="34" charset="0"/>
              </a:rPr>
              <a:t>Proactive Recovery: </a:t>
            </a:r>
            <a:r>
              <a:rPr lang="en-US" altLang="en-US" sz="1800" dirty="0">
                <a:solidFill>
                  <a:srgbClr val="183A62"/>
                </a:solidFill>
                <a:latin typeface="Aptos" panose="020B0004020202020204" pitchFamily="34" charset="0"/>
              </a:rPr>
              <a:t>Automating the Proactive Recovery system to enhance customer loyalty and reduce customer turnover (churn rate) when delays occur.</a:t>
            </a:r>
            <a:endParaRPr lang="ar-EG" altLang="en-US" sz="1800" dirty="0">
              <a:solidFill>
                <a:srgbClr val="183A62"/>
              </a:solidFill>
              <a:latin typeface="Aptos" panose="020B0004020202020204" pitchFamily="34" charset="0"/>
            </a:endParaRPr>
          </a:p>
          <a:p>
            <a:pPr eaLnBrk="0" fontAlgn="base" hangingPunct="0">
              <a:lnSpc>
                <a:spcPct val="100000"/>
              </a:lnSpc>
              <a:spcBef>
                <a:spcPct val="0"/>
              </a:spcBef>
              <a:spcAft>
                <a:spcPts val="1200"/>
              </a:spcAft>
            </a:pPr>
            <a:r>
              <a:rPr lang="en-US" altLang="en-US" sz="1800" b="1" dirty="0">
                <a:solidFill>
                  <a:srgbClr val="183A62"/>
                </a:solidFill>
                <a:latin typeface="Aptos" panose="020B0004020202020204" pitchFamily="34" charset="0"/>
              </a:rPr>
              <a:t>Pillar 4: Financial Innovation (Data Monetization)</a:t>
            </a:r>
            <a:endParaRPr lang="ar-EG" altLang="en-US" sz="1800" b="1" dirty="0">
              <a:solidFill>
                <a:srgbClr val="183A62"/>
              </a:solidFill>
              <a:latin typeface="Aptos" panose="020B0004020202020204" pitchFamily="34" charset="0"/>
            </a:endParaRPr>
          </a:p>
          <a:p>
            <a:pPr marL="0" indent="0" eaLnBrk="0" fontAlgn="base" hangingPunct="0">
              <a:lnSpc>
                <a:spcPct val="100000"/>
              </a:lnSpc>
              <a:spcBef>
                <a:spcPct val="0"/>
              </a:spcBef>
              <a:spcAft>
                <a:spcPts val="1200"/>
              </a:spcAft>
              <a:buNone/>
            </a:pPr>
            <a:r>
              <a:rPr lang="ar-EG" altLang="en-US" sz="1800" b="1" dirty="0">
                <a:solidFill>
                  <a:srgbClr val="183A62"/>
                </a:solidFill>
                <a:latin typeface="Aptos" panose="020B0004020202020204" pitchFamily="34" charset="0"/>
              </a:rPr>
              <a:t>   </a:t>
            </a:r>
            <a:r>
              <a:rPr lang="en-US" altLang="en-US" sz="1800" b="1" dirty="0">
                <a:solidFill>
                  <a:srgbClr val="183A62"/>
                </a:solidFill>
                <a:latin typeface="Aptos" panose="020B0004020202020204" pitchFamily="34" charset="0"/>
              </a:rPr>
              <a:t>Data Monetization: </a:t>
            </a:r>
            <a:r>
              <a:rPr lang="en-US" altLang="en-US" sz="1800" dirty="0">
                <a:solidFill>
                  <a:srgbClr val="183A62"/>
                </a:solidFill>
                <a:latin typeface="Aptos" panose="020B0004020202020204" pitchFamily="34" charset="0"/>
              </a:rPr>
              <a:t>Transforming passenger traffic data at major stations into a strategic asset and alternative revenue stream by selling analytical insights to the retail and restaurant sectors</a:t>
            </a:r>
          </a:p>
        </p:txBody>
      </p:sp>
      <p:pic>
        <p:nvPicPr>
          <p:cNvPr id="9" name="Content Placeholder 4" descr="Business Finance, accounting, contract, advisor investment consulting marketing plan for the company with using tablet and computer technology in analysis.">
            <a:extLst>
              <a:ext uri="{FF2B5EF4-FFF2-40B4-BE49-F238E27FC236}">
                <a16:creationId xmlns:a16="http://schemas.microsoft.com/office/drawing/2014/main" id="{0324B382-AB73-2414-3954-673645456254}"/>
              </a:ext>
            </a:extLst>
          </p:cNvPr>
          <p:cNvPicPr>
            <a:picLocks noChangeAspect="1"/>
          </p:cNvPicPr>
          <p:nvPr/>
        </p:nvPicPr>
        <p:blipFill>
          <a:blip r:embed="rId3"/>
          <a:srcRect l="25586" r="7664" b="1"/>
          <a:stretch>
            <a:fillRect/>
          </a:stretch>
        </p:blipFill>
        <p:spPr>
          <a:xfrm>
            <a:off x="612649" y="1810513"/>
            <a:ext cx="4592397" cy="4592397"/>
          </a:xfrm>
          <a:prstGeom prst="rect">
            <a:avLst/>
          </a:prstGeom>
          <a:noFill/>
        </p:spPr>
      </p:pic>
      <p:sp>
        <p:nvSpPr>
          <p:cNvPr id="6" name="Title 1">
            <a:extLst>
              <a:ext uri="{FF2B5EF4-FFF2-40B4-BE49-F238E27FC236}">
                <a16:creationId xmlns:a16="http://schemas.microsoft.com/office/drawing/2014/main" id="{EAD58134-7FF8-3FAC-92BF-EF8F005114CA}"/>
              </a:ext>
            </a:extLst>
          </p:cNvPr>
          <p:cNvSpPr txBox="1">
            <a:spLocks/>
          </p:cNvSpPr>
          <p:nvPr/>
        </p:nvSpPr>
        <p:spPr>
          <a:xfrm>
            <a:off x="404305" y="94102"/>
            <a:ext cx="10817352" cy="958480"/>
          </a:xfrm>
          <a:prstGeom prst="rect">
            <a:avLst/>
          </a:prstGeom>
        </p:spPr>
        <p:txBody>
          <a:bodyPr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dirty="0">
                <a:solidFill>
                  <a:srgbClr val="183A62"/>
                </a:solidFill>
                <a:latin typeface="Aptos" panose="020B0004020202020204" pitchFamily="34" charset="0"/>
              </a:rPr>
              <a:t>Recommendations / Actions</a:t>
            </a:r>
          </a:p>
        </p:txBody>
      </p:sp>
    </p:spTree>
    <p:extLst>
      <p:ext uri="{BB962C8B-B14F-4D97-AF65-F5344CB8AC3E}">
        <p14:creationId xmlns:p14="http://schemas.microsoft.com/office/powerpoint/2010/main" val="9537153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FE39F19-E359-EA8C-4CF1-1A4CD06837CE}"/>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3C545262-AEE9-5482-8F07-E9EB6B1D872F}"/>
              </a:ext>
            </a:extLst>
          </p:cNvPr>
          <p:cNvSpPr txBox="1">
            <a:spLocks/>
          </p:cNvSpPr>
          <p:nvPr/>
        </p:nvSpPr>
        <p:spPr>
          <a:xfrm>
            <a:off x="612648" y="253215"/>
            <a:ext cx="6812280" cy="879582"/>
          </a:xfrm>
          <a:prstGeom prst="rect">
            <a:avLst/>
          </a:prstGeom>
        </p:spPr>
        <p:txBody>
          <a:bodyPr vert="horz" lIns="91440" tIns="45720" rIns="91440" bIns="45720" rtlCol="0" anchor="b">
            <a:normAutofit/>
          </a:bodyPr>
          <a:lstStyle>
            <a:lvl1pPr algn="l" defTabSz="914400" rtl="0" eaLnBrk="1" latinLnBrk="0" hangingPunct="1">
              <a:lnSpc>
                <a:spcPct val="120000"/>
              </a:lnSpc>
              <a:spcBef>
                <a:spcPct val="0"/>
              </a:spcBef>
              <a:buNone/>
              <a:defRPr lang="en-US" sz="2800" b="1" kern="1200" cap="all" spc="500" baseline="0">
                <a:solidFill>
                  <a:schemeClr val="tx1"/>
                </a:solidFill>
                <a:latin typeface="+mj-lt"/>
                <a:ea typeface="+mj-ea"/>
                <a:cs typeface="+mj-cs"/>
              </a:defRPr>
            </a:lvl1pPr>
          </a:lstStyle>
          <a:p>
            <a:endParaRPr lang="en-US" sz="2400" dirty="0">
              <a:solidFill>
                <a:srgbClr val="183A62"/>
              </a:solidFill>
            </a:endParaRPr>
          </a:p>
        </p:txBody>
      </p:sp>
      <p:sp>
        <p:nvSpPr>
          <p:cNvPr id="6" name="Content Placeholder 3">
            <a:extLst>
              <a:ext uri="{FF2B5EF4-FFF2-40B4-BE49-F238E27FC236}">
                <a16:creationId xmlns:a16="http://schemas.microsoft.com/office/drawing/2014/main" id="{ACD8CB61-EDD7-A1BB-1678-DD5681AECC15}"/>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8973" y="1410983"/>
            <a:ext cx="10817351" cy="4989819"/>
          </a:xfrm>
          <a:prstGeom prst="rect">
            <a:avLst/>
          </a:prstGeom>
        </p:spPr>
        <p:txBody>
          <a:bodyPr>
            <a:noAutofit/>
          </a:bodyPr>
          <a:lstStyle>
            <a:lvl1pPr marL="228600" indent="-228600" algn="l" defTabSz="914400" rtl="0" eaLnBrk="1" latinLnBrk="0" hangingPunct="1">
              <a:lnSpc>
                <a:spcPct val="130000"/>
              </a:lnSpc>
              <a:spcBef>
                <a:spcPts val="1000"/>
              </a:spcBef>
              <a:buFont typeface="Arial" panose="020B0604020202020204" pitchFamily="34" charset="0"/>
              <a:buChar char="•"/>
              <a:defRPr lang="en-US" sz="1400" kern="1200" smtClean="0">
                <a:solidFill>
                  <a:schemeClr val="tx1"/>
                </a:solidFill>
                <a:latin typeface="+mn-lt"/>
                <a:ea typeface="+mn-ea"/>
                <a:cs typeface="+mn-cs"/>
              </a:defRPr>
            </a:lvl1pPr>
            <a:lvl2pPr marL="4572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lang="en-US"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solidFill>
                  <a:srgbClr val="183A62"/>
                </a:solidFill>
                <a:latin typeface="Aptos" panose="020B0004020202020204" pitchFamily="34" charset="0"/>
              </a:rPr>
              <a:t>Revenue Projection:</a:t>
            </a:r>
            <a:r>
              <a:rPr lang="en-US" sz="2000" dirty="0">
                <a:solidFill>
                  <a:srgbClr val="183A62"/>
                </a:solidFill>
                <a:latin typeface="Aptos" panose="020B0004020202020204" pitchFamily="34" charset="0"/>
              </a:rPr>
              <a:t> </a:t>
            </a:r>
            <a:r>
              <a:rPr lang="en-US" sz="1800" dirty="0">
                <a:solidFill>
                  <a:srgbClr val="183A62"/>
                </a:solidFill>
                <a:latin typeface="Aptos" panose="020B0004020202020204" pitchFamily="34" charset="0"/>
              </a:rPr>
              <a:t>Forecast future revenue growth based on scenario analysis (e.g., impact of reducing cancellation rates by 1.0%).</a:t>
            </a:r>
          </a:p>
          <a:p>
            <a:endParaRPr lang="en-US" sz="2000" dirty="0">
              <a:solidFill>
                <a:srgbClr val="183A62"/>
              </a:solidFill>
            </a:endParaRPr>
          </a:p>
          <a:p>
            <a:r>
              <a:rPr lang="en-US" sz="2000" b="1" dirty="0">
                <a:solidFill>
                  <a:srgbClr val="183A62"/>
                </a:solidFill>
                <a:latin typeface="Aptos" panose="020B0004020202020204" pitchFamily="34" charset="0"/>
              </a:rPr>
              <a:t>Service Level Projection:</a:t>
            </a:r>
            <a:r>
              <a:rPr lang="en-US" sz="2000" dirty="0">
                <a:solidFill>
                  <a:srgbClr val="183A62"/>
                </a:solidFill>
              </a:rPr>
              <a:t> </a:t>
            </a:r>
            <a:r>
              <a:rPr lang="en-US" sz="1800" dirty="0">
                <a:solidFill>
                  <a:srgbClr val="183A62"/>
                </a:solidFill>
                <a:latin typeface="Aptos" panose="020B0004020202020204" pitchFamily="34" charset="0"/>
              </a:rPr>
              <a:t>Project the expected reduction in delay minutes if Signal Failure is mitigated by X%.</a:t>
            </a:r>
          </a:p>
          <a:p>
            <a:endParaRPr lang="en-US" sz="2000" dirty="0">
              <a:solidFill>
                <a:srgbClr val="183A62"/>
              </a:solidFill>
            </a:endParaRPr>
          </a:p>
          <a:p>
            <a:r>
              <a:rPr lang="en-US" sz="2000" b="1" dirty="0">
                <a:solidFill>
                  <a:srgbClr val="183A62"/>
                </a:solidFill>
                <a:latin typeface="Aptos" panose="020B0004020202020204" pitchFamily="34" charset="0"/>
              </a:rPr>
              <a:t>Financial Impact Forecasting: </a:t>
            </a:r>
            <a:r>
              <a:rPr lang="en-US" sz="1800" dirty="0">
                <a:solidFill>
                  <a:srgbClr val="183A62"/>
                </a:solidFill>
                <a:latin typeface="Aptos" panose="020B0004020202020204" pitchFamily="34" charset="0"/>
              </a:rPr>
              <a:t>Model the potential savings in refund expenditure over the next fiscal period by improving punctuality.</a:t>
            </a:r>
          </a:p>
        </p:txBody>
      </p:sp>
      <p:sp>
        <p:nvSpPr>
          <p:cNvPr id="2" name="Title 1">
            <a:extLst>
              <a:ext uri="{FF2B5EF4-FFF2-40B4-BE49-F238E27FC236}">
                <a16:creationId xmlns:a16="http://schemas.microsoft.com/office/drawing/2014/main" id="{C75658A9-B701-B640-64B7-B4E13DACA5A9}"/>
              </a:ext>
            </a:extLst>
          </p:cNvPr>
          <p:cNvSpPr txBox="1">
            <a:spLocks/>
          </p:cNvSpPr>
          <p:nvPr/>
        </p:nvSpPr>
        <p:spPr>
          <a:xfrm>
            <a:off x="404305" y="94102"/>
            <a:ext cx="10817352" cy="958480"/>
          </a:xfrm>
          <a:prstGeom prst="rect">
            <a:avLst/>
          </a:prstGeom>
        </p:spPr>
        <p:txBody>
          <a:bodyPr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b="1" dirty="0">
                <a:solidFill>
                  <a:srgbClr val="183A62"/>
                </a:solidFill>
                <a:latin typeface="Aptos" panose="020B0004020202020204" pitchFamily="34" charset="0"/>
              </a:rPr>
              <a:t>Forecasts</a:t>
            </a:r>
          </a:p>
        </p:txBody>
      </p:sp>
    </p:spTree>
    <p:extLst>
      <p:ext uri="{BB962C8B-B14F-4D97-AF65-F5344CB8AC3E}">
        <p14:creationId xmlns:p14="http://schemas.microsoft.com/office/powerpoint/2010/main" val="9218907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500"/>
                                  </p:stCondLst>
                                  <p:endCondLst>
                                    <p:cond evt="begin" delay="0">
                                      <p:tn val="5"/>
                                    </p:cond>
                                  </p:endCondLst>
                                  <p:iterate type="wd">
                                    <p:tmPct val="15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par>
                                <p:cTn id="8" presetID="42" presetClass="entr" presetSubtype="0" fill="hold" grpId="0" nodeType="withEffect">
                                  <p:stCondLst>
                                    <p:cond delay="250"/>
                                  </p:stCondLst>
                                  <p:iterate>
                                    <p:tmPct val="10000"/>
                                  </p:iterate>
                                  <p:childTnLst>
                                    <p:set>
                                      <p:cBhvr>
                                        <p:cTn id="9" dur="1" fill="hold">
                                          <p:stCondLst>
                                            <p:cond delay="0"/>
                                          </p:stCondLst>
                                        </p:cTn>
                                        <p:tgtEl>
                                          <p:spTgt spid="6"/>
                                        </p:tgtEl>
                                        <p:attrNameLst>
                                          <p:attrName>style.visibility</p:attrName>
                                        </p:attrNameLst>
                                      </p:cBhvr>
                                      <p:to>
                                        <p:strVal val="visible"/>
                                      </p:to>
                                    </p:set>
                                    <p:animEffect transition="in" filter="fade">
                                      <p:cBhvr>
                                        <p:cTn id="10" dur="250"/>
                                        <p:tgtEl>
                                          <p:spTgt spid="6"/>
                                        </p:tgtEl>
                                      </p:cBhvr>
                                    </p:animEffect>
                                    <p:anim calcmode="lin" valueType="num">
                                      <p:cBhvr>
                                        <p:cTn id="11" dur="250" fill="hold"/>
                                        <p:tgtEl>
                                          <p:spTgt spid="6"/>
                                        </p:tgtEl>
                                        <p:attrNameLst>
                                          <p:attrName>ppt_x</p:attrName>
                                        </p:attrNameLst>
                                      </p:cBhvr>
                                      <p:tavLst>
                                        <p:tav tm="0">
                                          <p:val>
                                            <p:strVal val="#ppt_x"/>
                                          </p:val>
                                        </p:tav>
                                        <p:tav tm="100000">
                                          <p:val>
                                            <p:strVal val="#ppt_x"/>
                                          </p:val>
                                        </p:tav>
                                      </p:tavLst>
                                    </p:anim>
                                    <p:anim calcmode="lin" valueType="num">
                                      <p:cBhvr>
                                        <p:cTn id="12" dur="25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BE4E6-B41F-D8F3-DFB9-273F1FD2A73C}"/>
              </a:ext>
            </a:extLst>
          </p:cNvPr>
          <p:cNvSpPr>
            <a:spLocks noGrp="1"/>
          </p:cNvSpPr>
          <p:nvPr>
            <p:ph type="title"/>
          </p:nvPr>
        </p:nvSpPr>
        <p:spPr>
          <a:xfrm>
            <a:off x="3787140" y="2606074"/>
            <a:ext cx="4617720" cy="1197864"/>
          </a:xfrm>
        </p:spPr>
        <p:txBody>
          <a:bodyPr anchor="t">
            <a:noAutofit/>
          </a:bodyPr>
          <a:lstStyle/>
          <a:p>
            <a:pPr algn="ctr"/>
            <a:r>
              <a:rPr lang="en-US" sz="8800" dirty="0">
                <a:solidFill>
                  <a:srgbClr val="183A62"/>
                </a:solidFill>
              </a:rPr>
              <a:t>Q &amp; A</a:t>
            </a:r>
          </a:p>
        </p:txBody>
      </p:sp>
    </p:spTree>
    <p:extLst>
      <p:ext uri="{BB962C8B-B14F-4D97-AF65-F5344CB8AC3E}">
        <p14:creationId xmlns:p14="http://schemas.microsoft.com/office/powerpoint/2010/main" val="3039175780"/>
      </p:ext>
    </p:extLst>
  </p:cSld>
  <p:clrMapOvr>
    <a:masterClrMapping/>
  </p:clrMapOvr>
  <p:transition>
    <p:fade/>
  </p:transition>
</p:sld>
</file>

<file path=ppt/theme/theme1.xml><?xml version="1.0" encoding="utf-8"?>
<a:theme xmlns:a="http://schemas.openxmlformats.org/drawingml/2006/main" name="Portal">
  <a:themeElements>
    <a:clrScheme name="Portal">
      <a:dk1>
        <a:sysClr val="windowText" lastClr="000000"/>
      </a:dk1>
      <a:lt1>
        <a:sysClr val="window" lastClr="FFFFFF"/>
      </a:lt1>
      <a:dk2>
        <a:srgbClr val="051618"/>
      </a:dk2>
      <a:lt2>
        <a:srgbClr val="EEEEE7"/>
      </a:lt2>
      <a:accent1>
        <a:srgbClr val="2E744E"/>
      </a:accent1>
      <a:accent2>
        <a:srgbClr val="64924A"/>
      </a:accent2>
      <a:accent3>
        <a:srgbClr val="A9A747"/>
      </a:accent3>
      <a:accent4>
        <a:srgbClr val="20758C"/>
      </a:accent4>
      <a:accent5>
        <a:srgbClr val="23958F"/>
      </a:accent5>
      <a:accent6>
        <a:srgbClr val="E48754"/>
      </a:accent6>
      <a:hlink>
        <a:srgbClr val="64924A"/>
      </a:hlink>
      <a:folHlink>
        <a:srgbClr val="23958F"/>
      </a:folHlink>
    </a:clrScheme>
    <a:fontScheme name="Portal">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ortal" id="{0ABBBF5E-3148-4678-B376-37E3B053AF96}" vid="{A0700DDD-AFAF-45FE-A421-C7B91699B31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FE183944-B4A3-408F-84AF-B39A80239D41}">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898A4A3-E691-488B-80DD-C39460F0CA79}">
  <ds:schemaRefs>
    <ds:schemaRef ds:uri="http://schemas.microsoft.com/sharepoint/v3/contenttype/forms"/>
  </ds:schemaRefs>
</ds:datastoreItem>
</file>

<file path=customXml/itemProps3.xml><?xml version="1.0" encoding="utf-8"?>
<ds:datastoreItem xmlns:ds="http://schemas.openxmlformats.org/officeDocument/2006/customXml" ds:itemID="{8230244F-B41E-4EF0-A264-C4482E5B0716}">
  <ds:schemaRef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purl.org/dc/terms/"/>
    <ds:schemaRef ds:uri="16c05727-aa75-4e4a-9b5f-8a80a1165891"/>
    <ds:schemaRef ds:uri="230e9df3-be65-4c73-a93b-d1236ebd677e"/>
    <ds:schemaRef ds:uri="http://purl.org/dc/dcmitype/"/>
    <ds:schemaRef ds:uri="71af3243-3dd4-4a8d-8c0d-dd76da1f02a5"/>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1412</TotalTime>
  <Words>3972</Words>
  <Application>Microsoft Office PowerPoint</Application>
  <PresentationFormat>Widescreen</PresentationFormat>
  <Paragraphs>195</Paragraphs>
  <Slides>25</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Aptos</vt:lpstr>
      <vt:lpstr>Aptos Display</vt:lpstr>
      <vt:lpstr>Arial</vt:lpstr>
      <vt:lpstr>Calibri</vt:lpstr>
      <vt:lpstr>Trade Gothic Next Cond</vt:lpstr>
      <vt:lpstr>Trade Gothic Next Light</vt:lpstr>
      <vt:lpstr>Portal</vt:lpstr>
      <vt:lpstr> Analytics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 &amp; 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itech</dc:creator>
  <cp:lastModifiedBy>shereen talaat</cp:lastModifiedBy>
  <cp:revision>55</cp:revision>
  <cp:lastPrinted>2025-11-01T13:47:39Z</cp:lastPrinted>
  <dcterms:created xsi:type="dcterms:W3CDTF">2025-08-21T17:42:37Z</dcterms:created>
  <dcterms:modified xsi:type="dcterms:W3CDTF">2026-05-14T21:24:29Z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